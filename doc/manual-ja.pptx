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d05e50e0743fb" /><Relationship Type="http://schemas.openxmlformats.org/officeDocument/2006/relationships/extended-properties" Target="/docProps/app.xml" Id="R3dcc59edc2384884" /><Relationship Type="http://schemas.openxmlformats.org/officeDocument/2006/relationships/officeDocument" Target="/ppt/presentation.xml" Id="Rc4d42024428d45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e10eddd97413e"/>
  </p:sldMasterIdLst>
  <p:notesMasterIdLst>
    <p:notesMasterId xmlns:r="http://schemas.openxmlformats.org/officeDocument/2006/relationships" r:id="Rcac3680fa8e34e0f"/>
  </p:notesMasterIdLst>
  <p:sldIdLst>
    <p:sldId xmlns:r="http://schemas.openxmlformats.org/officeDocument/2006/relationships" id="256" r:id="R4331ef6d1dc74b14"/>
    <p:sldId xmlns:r="http://schemas.openxmlformats.org/officeDocument/2006/relationships" id="257" r:id="Rbfa5c015a558420f"/>
    <p:sldId xmlns:r="http://schemas.openxmlformats.org/officeDocument/2006/relationships" id="258" r:id="R43d58c86a7f846fd"/>
    <p:sldId xmlns:r="http://schemas.openxmlformats.org/officeDocument/2006/relationships" id="259" r:id="R8a5846eabd8241d2"/>
    <p:sldId xmlns:r="http://schemas.openxmlformats.org/officeDocument/2006/relationships" id="260" r:id="Ra6dedc8929784ae4"/>
    <p:sldId xmlns:r="http://schemas.openxmlformats.org/officeDocument/2006/relationships" id="261" r:id="R5920597a4b854ea7"/>
    <p:sldId xmlns:r="http://schemas.openxmlformats.org/officeDocument/2006/relationships" id="262" r:id="R0cb80598417f4356"/>
    <p:sldId xmlns:r="http://schemas.openxmlformats.org/officeDocument/2006/relationships" id="263" r:id="Ra81278da143c4368"/>
    <p:sldId xmlns:r="http://schemas.openxmlformats.org/officeDocument/2006/relationships" id="264" r:id="R736aacec548240b5"/>
    <p:sldId xmlns:r="http://schemas.openxmlformats.org/officeDocument/2006/relationships" id="265" r:id="Re1ab55a74c9d4120"/>
    <p:sldId xmlns:r="http://schemas.openxmlformats.org/officeDocument/2006/relationships" id="266" r:id="R74730cae4f884115"/>
    <p:sldId xmlns:r="http://schemas.openxmlformats.org/officeDocument/2006/relationships" id="267" r:id="Rb0f1e38ad1e84937"/>
    <p:sldId xmlns:r="http://schemas.openxmlformats.org/officeDocument/2006/relationships" id="268" r:id="R0ddd131360f9442f"/>
    <p:sldId xmlns:r="http://schemas.openxmlformats.org/officeDocument/2006/relationships" id="269" r:id="R8c5bd682c607429f"/>
    <p:sldId xmlns:r="http://schemas.openxmlformats.org/officeDocument/2006/relationships" id="270" r:id="Rea65c33546e9409b"/>
    <p:sldId xmlns:r="http://schemas.openxmlformats.org/officeDocument/2006/relationships" id="271" r:id="Rf0bdee969c104f55"/>
    <p:sldId xmlns:r="http://schemas.openxmlformats.org/officeDocument/2006/relationships" id="272" r:id="R2abd98d1ed294542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455fcf4204d35" /><Relationship Type="http://schemas.openxmlformats.org/officeDocument/2006/relationships/slideMaster" Target="/ppt/slideMasters/slideMaster1.xml" Id="R48ee10eddd97413e" /><Relationship Type="http://schemas.openxmlformats.org/officeDocument/2006/relationships/notesMaster" Target="/ppt/notesMasters/notesMaster1.xml" Id="Rcac3680fa8e34e0f" /><Relationship Type="http://schemas.openxmlformats.org/officeDocument/2006/relationships/presProps" Target="/ppt/presProps.xml" Id="Rf1bf853fdf3444e0" /><Relationship Type="http://schemas.openxmlformats.org/officeDocument/2006/relationships/tableStyles" Target="/ppt/tableStyles.xml" Id="R1fcf0e661b264e45" /><Relationship Type="http://schemas.openxmlformats.org/officeDocument/2006/relationships/slide" Target="/ppt/slides/slide1.xml" Id="R4331ef6d1dc74b14" /><Relationship Type="http://schemas.openxmlformats.org/officeDocument/2006/relationships/slide" Target="/ppt/slides/slide2.xml" Id="Rbfa5c015a558420f" /><Relationship Type="http://schemas.openxmlformats.org/officeDocument/2006/relationships/slide" Target="/ppt/slides/slide3.xml" Id="R43d58c86a7f846fd" /><Relationship Type="http://schemas.openxmlformats.org/officeDocument/2006/relationships/slide" Target="/ppt/slides/slide4.xml" Id="R8a5846eabd8241d2" /><Relationship Type="http://schemas.openxmlformats.org/officeDocument/2006/relationships/slide" Target="/ppt/slides/slide5.xml" Id="Ra6dedc8929784ae4" /><Relationship Type="http://schemas.openxmlformats.org/officeDocument/2006/relationships/slide" Target="/ppt/slides/slide6.xml" Id="R5920597a4b854ea7" /><Relationship Type="http://schemas.openxmlformats.org/officeDocument/2006/relationships/slide" Target="/ppt/slides/slide7.xml" Id="R0cb80598417f4356" /><Relationship Type="http://schemas.openxmlformats.org/officeDocument/2006/relationships/slide" Target="/ppt/slides/slide8.xml" Id="Ra81278da143c4368" /><Relationship Type="http://schemas.openxmlformats.org/officeDocument/2006/relationships/slide" Target="/ppt/slides/slide9.xml" Id="R736aacec548240b5" /><Relationship Type="http://schemas.openxmlformats.org/officeDocument/2006/relationships/slide" Target="/ppt/slides/slide10.xml" Id="Re1ab55a74c9d4120" /><Relationship Type="http://schemas.openxmlformats.org/officeDocument/2006/relationships/slide" Target="/ppt/slides/slide11.xml" Id="R74730cae4f884115" /><Relationship Type="http://schemas.openxmlformats.org/officeDocument/2006/relationships/slide" Target="/ppt/slides/slide12.xml" Id="Rb0f1e38ad1e84937" /><Relationship Type="http://schemas.openxmlformats.org/officeDocument/2006/relationships/slide" Target="/ppt/slides/slide13.xml" Id="R0ddd131360f9442f" /><Relationship Type="http://schemas.openxmlformats.org/officeDocument/2006/relationships/slide" Target="/ppt/slides/slide14.xml" Id="R8c5bd682c607429f" /><Relationship Type="http://schemas.openxmlformats.org/officeDocument/2006/relationships/slide" Target="/ppt/slides/slide15.xml" Id="Rea65c33546e9409b" /><Relationship Type="http://schemas.openxmlformats.org/officeDocument/2006/relationships/slide" Target="/ppt/slides/slide16.xml" Id="Rf0bdee969c104f55" /><Relationship Type="http://schemas.openxmlformats.org/officeDocument/2006/relationships/slide" Target="/ppt/slides/slide17.xml" Id="R2abd98d1ed2945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d75b5f4f6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9d66f202c4c82" /><Relationship Type="http://schemas.openxmlformats.org/officeDocument/2006/relationships/notesMaster" Target="/ppt/notesMasters/notesMaster1.xml" Id="R85853d93cf2d47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4c34bedf23425f" /><Relationship Type="http://schemas.openxmlformats.org/officeDocument/2006/relationships/notesMaster" Target="/ppt/notesMasters/notesMaster1.xml" Id="Ree2ef1bb834542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5f2cc320614966" /><Relationship Type="http://schemas.openxmlformats.org/officeDocument/2006/relationships/notesMaster" Target="/ppt/notesMasters/notesMaster1.xml" Id="R20c7a749c7fc42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ccaecef47469f" /><Relationship Type="http://schemas.openxmlformats.org/officeDocument/2006/relationships/notesMaster" Target="/ppt/notesMasters/notesMaster1.xml" Id="R476cf638f4bd4e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0d30416e6948e8" /><Relationship Type="http://schemas.openxmlformats.org/officeDocument/2006/relationships/notesMaster" Target="/ppt/notesMasters/notesMaster1.xml" Id="Ra23e98a4dc98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2166bd5edf4f25" /><Relationship Type="http://schemas.openxmlformats.org/officeDocument/2006/relationships/notesMaster" Target="/ppt/notesMasters/notesMaster1.xml" Id="Rdea3f43c9d094e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551482fd194678" /><Relationship Type="http://schemas.openxmlformats.org/officeDocument/2006/relationships/notesMaster" Target="/ppt/notesMasters/notesMaster1.xml" Id="R375ef84ab92e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4645b8c1cb4a11" /><Relationship Type="http://schemas.openxmlformats.org/officeDocument/2006/relationships/notesMaster" Target="/ppt/notesMasters/notesMaster1.xml" Id="R17b4d828daf847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ca2d4f3f84f97" /><Relationship Type="http://schemas.openxmlformats.org/officeDocument/2006/relationships/notesMaster" Target="/ppt/notesMasters/notesMaster1.xml" Id="R22621279ba534c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68e5f7ce484ce6" /><Relationship Type="http://schemas.openxmlformats.org/officeDocument/2006/relationships/notesMaster" Target="/ppt/notesMasters/notesMaster1.xml" Id="Ra235f3226f864e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fef320dcd44c4c" /><Relationship Type="http://schemas.openxmlformats.org/officeDocument/2006/relationships/notesMaster" Target="/ppt/notesMasters/notesMaster1.xml" Id="Rdf19e300d0a54e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9a8008e2e413f" /><Relationship Type="http://schemas.openxmlformats.org/officeDocument/2006/relationships/notesMaster" Target="/ppt/notesMasters/notesMaster1.xml" Id="Re96c3ebdfee144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122a2191f0455e" /><Relationship Type="http://schemas.openxmlformats.org/officeDocument/2006/relationships/notesMaster" Target="/ppt/notesMasters/notesMaster1.xml" Id="R040f4ca1ada342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0b08536fb242c0" /><Relationship Type="http://schemas.openxmlformats.org/officeDocument/2006/relationships/notesMaster" Target="/ppt/notesMasters/notesMaster1.xml" Id="R6e07e0b02b7648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528395b86b4220" /><Relationship Type="http://schemas.openxmlformats.org/officeDocument/2006/relationships/notesMaster" Target="/ppt/notesMasters/notesMaster1.xml" Id="Rf3e1abbabeda40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46ea0a591f4762" /><Relationship Type="http://schemas.openxmlformats.org/officeDocument/2006/relationships/notesMaster" Target="/ppt/notesMasters/notesMaster1.xml" Id="Rb05b1979f91a44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96aeed43e14835" /><Relationship Type="http://schemas.openxmlformats.org/officeDocument/2006/relationships/notesMaster" Target="/ppt/notesMasters/notesMaster1.xml" Id="Rc7a7d6461af1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3ee865a9b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6eb5db610748ee" /><Relationship Type="http://schemas.openxmlformats.org/officeDocument/2006/relationships/slideLayout" Target="/ppt/slideLayouts/slideLayout1.xml" Id="Ra6ea0adddd5947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a0adddd5947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c74a49a6c4666" /><Relationship Type="http://schemas.openxmlformats.org/officeDocument/2006/relationships/notesSlide" Target="/ppt/notesSlides/notesSlide1.xml" Id="R8da8543215f8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f0119a9334efa" /><Relationship Type="http://schemas.openxmlformats.org/officeDocument/2006/relationships/notesSlide" Target="/ppt/notesSlides/notesSlide2.xml" Id="Rf8316385ba32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e97b10a1481c" /><Relationship Type="http://schemas.openxmlformats.org/officeDocument/2006/relationships/notesSlide" Target="/ppt/notesSlides/notesSlide3.xml" Id="Rc641ee3468c7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741cdbe7447bf" /><Relationship Type="http://schemas.openxmlformats.org/officeDocument/2006/relationships/notesSlide" Target="/ppt/notesSlides/notesSlide4.xml" Id="R168c6c1a058f4c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11a696d8c48fe" /><Relationship Type="http://schemas.openxmlformats.org/officeDocument/2006/relationships/notesSlide" Target="/ppt/notesSlides/notesSlide5.xml" Id="R4eeb3008a72f4b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a804739154cc2" /><Relationship Type="http://schemas.openxmlformats.org/officeDocument/2006/relationships/notesSlide" Target="/ppt/notesSlides/notesSlide6.xml" Id="Rcebbcbe73acf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020ae15be4fb3" /><Relationship Type="http://schemas.openxmlformats.org/officeDocument/2006/relationships/notesSlide" Target="/ppt/notesSlides/notesSlide7.xml" Id="R3c11312ccaeb42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1b8d6ec1a4843" /><Relationship Type="http://schemas.openxmlformats.org/officeDocument/2006/relationships/notesSlide" Target="/ppt/notesSlides/notesSlide8.xml" Id="R757d8a5d50bf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a3648f4a94dc5" /><Relationship Type="http://schemas.openxmlformats.org/officeDocument/2006/relationships/notesSlide" Target="/ppt/notesSlides/notesSlide9.xml" Id="R832e8efb0a3044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e97e5e94343e4" /><Relationship Type="http://schemas.openxmlformats.org/officeDocument/2006/relationships/notesSlide" Target="/ppt/notesSlides/notesSlide10.xml" Id="R1c2d36c9f4c94f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ff86c76334d91" /><Relationship Type="http://schemas.openxmlformats.org/officeDocument/2006/relationships/notesSlide" Target="/ppt/notesSlides/notesSlide11.xml" Id="Rcc509ad0fd994c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6a3e95f594e52" /><Relationship Type="http://schemas.openxmlformats.org/officeDocument/2006/relationships/notesSlide" Target="/ppt/notesSlides/notesSlide12.xml" Id="Rcad6282a437843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bc7d0b4dd43fd" /><Relationship Type="http://schemas.openxmlformats.org/officeDocument/2006/relationships/notesSlide" Target="/ppt/notesSlides/notesSlide13.xml" Id="R1d0f374645954f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0448d38e44154" /><Relationship Type="http://schemas.openxmlformats.org/officeDocument/2006/relationships/notesSlide" Target="/ppt/notesSlides/notesSlide14.xml" Id="R18b76efdc6d945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7151ab39d493a" /><Relationship Type="http://schemas.openxmlformats.org/officeDocument/2006/relationships/notesSlide" Target="/ppt/notesSlides/notesSlide15.xml" Id="R862a5619f82049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fafa62a754b01" /><Relationship Type="http://schemas.openxmlformats.org/officeDocument/2006/relationships/notesSlide" Target="/ppt/notesSlides/notesSlide16.xml" Id="R4f50f1a20d0641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46d603c547a4" /><Relationship Type="http://schemas.openxmlformats.org/officeDocument/2006/relationships/notesSlide" Target="/ppt/notesSlides/notesSlide17.xml" Id="Rfe0d1edf140a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941A4-21BC-4D4C-9292-C5170C7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EA8BD-1002-4F94-AD73-08CB8839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5F2EA"/>
                </a:solidFill>
              </a:defRPr>
            </a:pPr>
            <a:r>
              <a:rPr sz="1275" b="1">
                <a:solidFill>
                  <a:srgbClr val="35F2EA"/>
                </a:solidFill>
              </a:rPr>
              <a:t>JAPANESE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B9F77-7925-457F-B94B-59D73301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58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3FBFF"/>
                </a:solidFill>
              </a:defRPr>
            </a:pPr>
            <a:r>
              <a:rPr sz="4800" b="1">
                <a:solidFill>
                  <a:srgbClr val="F3FBFF"/>
                </a:solidFill>
              </a:rPr>
              <a:t>WIRE DRIFT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0A415-B85A-4A71-9A1A-F2A3DEC3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058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F3ED1"/>
                </a:solidFill>
              </a:defRPr>
            </a:pPr>
            <a:r>
              <a:rPr sz="4800" b="1">
                <a:solidFill>
                  <a:srgbClr val="FF3ED1"/>
                </a:solidFill>
              </a:rPr>
              <a:t>RACERS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44ACF-69C9-4CD6-99CF-EA6B4E0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2A7B8"/>
                </a:solidFill>
              </a:defRPr>
            </a:pPr>
            <a:r>
              <a:rPr sz="1800" b="0">
                <a:solidFill>
                  <a:srgbClr val="92A7B8"/>
                </a:solidFill>
              </a:rPr>
              <a:t>X68000 ワイヤーフレーム・バトルレース 取扱説明書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3FC53-8E26-4D39-99BA-F740E61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85775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D90CE-39D8-40D6-A99A-C48FDD0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179" y="5143500"/>
            <a:ext cx="346982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29E34-72A3-4E84-BED3-F7F5D18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107" y="5143500"/>
            <a:ext cx="2081893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A2039-A938-4FA5-8699-9A99C517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036" y="5143500"/>
            <a:ext cx="693964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A50F8-E244-4C3D-A754-697CC38C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693964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8703D-E2FE-4158-B1D4-86BD8369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2081893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8CB1B-2D47-493D-8604-BCA5066C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346982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5A72E-8EEE-4E2B-A6F4-4810177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485775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D65B9-282F-4B18-AF21-72F4392C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02" y="5634038"/>
            <a:ext cx="225399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B19E6-C70D-4F25-BF9F-F7C1C691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314" y="6129338"/>
            <a:ext cx="411937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A89C7-B919-4B96-AF1A-CD82A5BF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626" y="6624638"/>
            <a:ext cx="598474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7484B-E573-4C42-9FFF-B336E2E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938" y="7119938"/>
            <a:ext cx="785012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B8162-0B7A-4D3A-9A95-13F1BA3C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15238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2637F-F2C6-4F95-AEED-5DAE959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4667250" cy="1762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F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F83EA-FF84-4BD9-92B3-847DF625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48225"/>
            <a:ext cx="2800350" cy="10572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E227D-1264-4A90-B0E9-3D50C52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05500"/>
            <a:ext cx="38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7481F-64D9-43A4-A5C5-4EAC9210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5710238"/>
            <a:ext cx="600075" cy="31432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2F5E9-06EE-479B-8790-B228B42E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319" y="5781675"/>
            <a:ext cx="328613" cy="164306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2A314-D8CA-4DC4-8719-E3E2A6F9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5510213"/>
            <a:ext cx="600075" cy="31432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5E295-7340-4976-8C42-636C9026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844" y="5581650"/>
            <a:ext cx="328613" cy="164306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F1A5E-6225-4815-8C22-1A0E431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3FBFF"/>
                </a:solidFill>
              </a:defRPr>
            </a:pPr>
            <a:r>
              <a:rPr sz="1650" b="1">
                <a:solidFill>
                  <a:srgbClr val="F3FBFF"/>
                </a:solidFill>
              </a:rPr>
              <a:t>3周。2台。勝者はひとり。</a:t>
            </a:r>
          </a:p>
        </p:txBody>
      </p:sp>
    </p:spTree>
    <p:extLst>
      <p:ext uri="{BB962C8B-B14F-4D97-AF65-F5344CB8AC3E}">
        <p14:creationId xmlns:p14="http://schemas.microsoft.com/office/powerpoint/2010/main" val="1603735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7D118D-35F4-46FD-A2C0-88B2D74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90D7-1338-465E-8CA0-7B05970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3ED1"/>
                </a:solidFill>
              </a:defRPr>
            </a:pPr>
            <a:r>
              <a:rPr sz="1125" b="1">
                <a:solidFill>
                  <a:srgbClr val="FF3ED1"/>
                </a:solidFill>
              </a:rPr>
              <a:t>PART 1 /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89BFC-2444-4C0D-AE95-788B29BE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7DCC0-0CAB-4871-AD66-D61C574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光のリングで、3周だけの戦いが始まる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AAF1-DED0-424A-8BF0-4F350986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875" b="0">
                <a:solidFill>
                  <a:srgbClr val="F3FBFF"/>
                </a:solidFill>
              </a:defRPr>
            </a:pPr>
            <a:r>
              <a:rPr sz="1875" b="0">
                <a:solidFill>
                  <a:srgbClr val="F3FBFF"/>
                </a:solidFill>
              </a:rPr>
              <a:t>西暦2088年。巨大都市の上空に、道路もマシンも光の線だけで形作られた新競技『WIRE DRIFT』が誕生した。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BD996-5965-4CFB-B649-C11E62D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3143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3E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9568-D20A-4F0B-9B88-53A307E1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885950"/>
            <a:ext cx="1885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AE8E3-F557-44C9-9B95-9E8892D6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5B1C2-FFA6-4A31-920D-7945813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349" y="2462784"/>
            <a:ext cx="416052" cy="21793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8B860-E502-41B9-BA1A-C28EF271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512314"/>
            <a:ext cx="227838" cy="113919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B7971-B052-4084-BAE3-072733BC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74" y="2253234"/>
            <a:ext cx="416052" cy="21793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813C6-B318-40AF-AE3A-2EF28CED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381" y="2302764"/>
            <a:ext cx="227838" cy="113919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26A81-CC2F-4B9C-9639-A65FFB0F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97DFA-5FFB-4596-AE93-EC02CDC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TAKE THE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F7DB9-CC98-4EAD-8863-50209B10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最速ラインだけでは勝てない。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BDBBC-31D2-4B52-A4A1-911524B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3DBE2-2BEF-4510-8D1A-C4345341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TAKE THE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75F56-9C03-41AE-AC8B-705F33A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ブーストを生むゲートへ飛び込め。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E1314-BAFF-449C-A4F7-39444027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E20AD-D0DA-43DC-83B2-CB27D75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62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TAKE THE 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3C611-E6B9-4EFD-BE02-8B6455E4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接近戦はドリフトタックルで決める。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9ACC6-5BC3-4D3A-9068-26EC902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8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D10F4-0632-4731-9127-13302BB4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7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1004A-C73D-4E41-BCBF-5D7B5CEA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1532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E5A6D-7FC2-4E70-ADAB-7853752F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143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FCAA4-3627-42C7-B0F9-D85E40CF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019925"/>
            <a:ext cx="190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6CEF0-7C9A-44C8-983B-D4AA24A4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0104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02DA07-13E3-402A-8D97-4561087B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6886575"/>
            <a:ext cx="19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A9683-EB5C-45FC-8988-9E24EE5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67092-ABCF-4909-80C5-221F5340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753225"/>
            <a:ext cx="19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C5538-7954-481C-9A4A-662FE916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7437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3D0B83-182D-4D40-8EC8-37CA23D2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28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3225B6-5B89-445D-A2A3-41795DDB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727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3A9AC0-CC64-401A-8314-827584E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71532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5BAE1C-EC03-415B-BA08-3A292DBC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143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2A46CA-00AC-41DD-9DAD-5B5BDE9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7019925"/>
            <a:ext cx="190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6722CF-05EA-45E2-8B42-3CEB908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0104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DC898A-D808-4DE0-85C9-868E0BB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886575"/>
            <a:ext cx="19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0D6BD4-2C7A-4C95-A03B-C2072BE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877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930EAF-CD18-42E5-B1B3-EBFC1DD9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6753225"/>
            <a:ext cx="19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33DEF7-8087-474B-AFE5-FAE1B536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7437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E36246-4037-4042-96D0-FBEA118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28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B125FF-D6CD-47B1-91F0-30436F6B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27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0ED104-B929-4C00-8B0C-1E3110E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1532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4B0BA4-79D4-4780-9C1E-3662F1F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43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877EC7-658A-49F6-AC0E-38F143B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069813-60F7-462C-B548-27D799E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1A2A9D-D0FB-444D-B693-B53BEC87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242407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F03C7-1981-4127-9982-1EE4991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08D10-5293-41B2-B58C-58E63E5C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5F2EA"/>
                </a:solidFill>
              </a:defRPr>
            </a:pPr>
            <a:r>
              <a:rPr sz="1125" b="1">
                <a:solidFill>
                  <a:srgbClr val="35F2EA"/>
                </a:solidFill>
              </a:rPr>
              <a:t>PART 1 /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5BB32-8ED8-4DF5-9D9F-72EC29F2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1743D-A960-48D5-AB92-9B1ED87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先に3周すれば勝利。ただし最後まで逆転できる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829C2-4783-4D35-A0DF-9D6E15F5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2672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F2F2-7BC5-43E5-A7CD-3195DA45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" y="2686050"/>
            <a:ext cx="256032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BBF87-1C40-49AD-8AE5-F0E85409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434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0CF43-7E62-4342-B6F6-44F997B3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282440"/>
            <a:ext cx="560070" cy="293370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7A73F-58C3-4D92-8685-C18F3253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8" y="4349115"/>
            <a:ext cx="306705" cy="1533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59E5B-5B2E-4C86-9DB7-ED971D3A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65" y="2777490"/>
            <a:ext cx="560070" cy="293370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D5250-FF7E-4FE6-AFAF-7A5C25BD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448" y="2844165"/>
            <a:ext cx="306705" cy="1533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ED34A-556D-40CA-94B6-F725AA4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400" b="1">
                <a:solidFill>
                  <a:srgbClr val="FF3ED1"/>
                </a:solidFill>
              </a:defRPr>
            </a:pPr>
            <a:r>
              <a:rPr sz="8400" b="1">
                <a:solidFill>
                  <a:srgbClr val="FF3ED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F117E-251A-49CA-B46B-3D01927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9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3FBFF"/>
                </a:solidFill>
              </a:defRPr>
            </a:pPr>
            <a:r>
              <a:rPr sz="1950" b="1">
                <a:solidFill>
                  <a:srgbClr val="F3FBFF"/>
                </a:solidFill>
              </a:rPr>
              <a:t>LAPS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1127C-D533-40F9-B0C1-410A1C6C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336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2EEE9-CD98-42ED-A1A3-EF9D58E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5265"/>
                </a:solidFill>
              </a:defRPr>
            </a:pPr>
            <a:r>
              <a:rPr sz="1500" b="1">
                <a:solidFill>
                  <a:srgbClr val="FF5265"/>
                </a:solidFill>
              </a:rPr>
              <a:t>1 PLAYER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E8D74-6D70-4F58-9831-A3FE257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赤いP1マシンで青いCPUと対戦。CPU LEVELは1〜5。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CAD70-AEAB-4B16-85E3-3B912D89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71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E7D00-344F-4017-9496-476530CA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48BFF"/>
                </a:solidFill>
              </a:defRPr>
            </a:pPr>
            <a:r>
              <a:rPr sz="1500" b="1">
                <a:solidFill>
                  <a:srgbClr val="648BFF"/>
                </a:solidFill>
              </a:rPr>
              <a:t>2 PLAYERS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2FF57-B9EF-499A-A2AA-981825A6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1台のX68000で2人同時対戦。パッド2台にも対応。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CF67E-6947-425B-9F53-8D4BB9B8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10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93474-0939-4258-B951-0E778E9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DEAD HEAT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B85-17DB-40CC-ADB2-E4E76B7A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同じ20 Hz物理更新で3周へ到達すると引き分け。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6B1BF-08BF-424E-B6F6-4F60959B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9B4A5-7738-41A8-891B-633704E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42757-AB8A-44F3-908E-91100582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2012141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C9EA0-94EB-40D7-96BE-F881F05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F63E0-3B42-4287-BD87-BE1E2F60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D35A"/>
                </a:solidFill>
              </a:defRPr>
            </a:pPr>
            <a:r>
              <a:rPr sz="1125" b="1">
                <a:solidFill>
                  <a:srgbClr val="FFD35A"/>
                </a:solidFill>
              </a:rPr>
              <a:t>PART 1 / STARTING THE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830BF-A037-4F9C-81E7-848A0B34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E4243-495A-497B-9F36-0720429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タイトルからコースを選び、STARTへ進む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9A205-7006-4B7E-91F5-464939D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EB65C-ED68-4DE9-AEC7-F4140C73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モード選択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DA45C-089D-4015-BE81-5677DC1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AA3A4-351D-48E1-9023-3949B807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DB923-7B9F-47C6-BB07-342C0193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CPU LEVEL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199F-F509-47DD-8518-073C7534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5C4E5-1942-4471-AC81-F791F9B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4DD9B-0938-40D8-9477-B42578FB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SELECT COURSE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6D447-683A-44D5-9C14-67DBE9B2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7E017-7E04-4DBC-9504-7DABA1C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21534-23F5-4840-A611-F7C545DB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HOW TO 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C9688-37AD-490F-BAE3-12105D03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2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50E33-BBB6-4624-86A5-2C0C3CD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3E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B5C3C-BB81-44DF-9720-A9947DBD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24959-2B31-4524-915B-FE8AB28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B0684-DBBE-4B18-8B17-335AE660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A5B4F-4B10-4E66-8381-DC29FD8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290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上下で1P / 2Pを選択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CC57F-2867-4875-843B-29B0353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99FF4-21D4-4B46-8919-F0B8A2A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1C3FF-5A49-4925-963C-361C17C3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00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左右でCPU LEVELを変更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70E26-1BA6-4D0C-82C9-7F6D68E3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7DAFB-FBD1-4097-BD35-407FCF60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4243A-02E8-41BA-84C5-0A44F4AB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91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決定後、左右でコースを選択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DEB34-75C7-4E78-8CAF-F9CE004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9B6D8-6A4E-4683-8A08-E4747E9B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005A2-8ED0-4A4A-B2DB-8C537323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721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HOW TO PLAY確認後、READYへ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19C25-1B56-434E-84A2-71C4201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9EBE9-7F3A-43F1-8D6D-143BA2FF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321084-FF1E-4608-83DF-A442C9D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6296252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ackground">
            <a:extLst xmlns:a="http://schemas.openxmlformats.org/drawingml/2006/main">
              <a:ext uri="{FF2B5EF4-FFF2-40B4-BE49-F238E27FC236}">
                <a16:creationId xmlns:a16="http://schemas.microsoft.com/office/drawing/2014/main" id="{9EBB4EDF-A37C-465A-8ED1-35239641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D19E213-9925-4CEA-87FD-47939277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F4D46AB6-1EC7-4842-A944-0A300A07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6E6"/>
                </a:solidFill>
              </a:defRPr>
            </a:pPr>
            <a:r>
              <a:rPr sz="1350" b="1">
                <a:solidFill>
                  <a:srgbClr val="00E6E6"/>
                </a:solidFill>
              </a:rPr>
              <a:t>PART 1 / COURSE SELECT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324877B-8EF1-4F2A-A19B-3463074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AFD544-9E1D-4C36-BABD-22218144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7FA"/>
                </a:solidFill>
              </a:defRPr>
            </a:pPr>
            <a:r>
              <a:rPr sz="2700" b="1">
                <a:solidFill>
                  <a:srgbClr val="F4F7FA"/>
                </a:solidFill>
              </a:rPr>
              <a:t>回転するプレビューを見て、3つのコースから選ぶ</a:t>
            </a:r>
          </a:p>
        </p:txBody>
      </p:sp>
      <p:sp>
        <p:nvSpPr>
          <p:cNvPr id="6" name="divider-1">
            <a:extLst xmlns:a="http://schemas.openxmlformats.org/drawingml/2006/main">
              <a:ext uri="{FF2B5EF4-FFF2-40B4-BE49-F238E27FC236}">
                <a16:creationId xmlns:a16="http://schemas.microsoft.com/office/drawing/2014/main" id="{556DA1D3-C87F-4F92-BE5D-BF924E9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9525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7" name="divider-2">
            <a:extLst xmlns:a="http://schemas.openxmlformats.org/drawingml/2006/main">
              <a:ext uri="{FF2B5EF4-FFF2-40B4-BE49-F238E27FC236}">
                <a16:creationId xmlns:a16="http://schemas.microsoft.com/office/drawing/2014/main" id="{AD6CEDAF-ACDE-4E44-B014-5E899AF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9525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F9D9A-F212-4202-B81F-1B7342F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667000" cy="1466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E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C8BAF-174F-47C6-9B08-358D81C3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" y="2426970"/>
            <a:ext cx="1706880" cy="8801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09C"/>
            </a:solidFill>
            <a:prstDash val="solid"/>
          </a:ln>
        </p:spPr>
      </p:sp>
      <p:sp>
        <p:nvSpPr>
          <p:cNvPr id="10" name="course-RING">
            <a:extLst xmlns:a="http://schemas.openxmlformats.org/drawingml/2006/main">
              <a:ext uri="{FF2B5EF4-FFF2-40B4-BE49-F238E27FC236}">
                <a16:creationId xmlns:a16="http://schemas.microsoft.com/office/drawing/2014/main" id="{981AEEA1-42D1-4536-8400-2BC405C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E6E6"/>
                </a:solidFill>
              </a:defRPr>
            </a:pPr>
            <a:r>
              <a:rPr sz="2400" b="1">
                <a:solidFill>
                  <a:srgbClr val="00E6E6"/>
                </a:solidFill>
              </a:rPr>
              <a:t>RING</a:t>
            </a:r>
          </a:p>
        </p:txBody>
      </p:sp>
      <p:sp>
        <p:nvSpPr>
          <p:cNvPr id="11" name="course-RING-body">
            <a:extLst xmlns:a="http://schemas.openxmlformats.org/drawingml/2006/main">
              <a:ext uri="{FF2B5EF4-FFF2-40B4-BE49-F238E27FC236}">
                <a16:creationId xmlns:a16="http://schemas.microsoft.com/office/drawing/2014/main" id="{5F8261EB-B85B-4FE2-991D-52E1305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均整の取れた標準リング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ゲートとタックルの基本を学ぶ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316CB-2609-425F-9A9C-3E811A1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33600"/>
            <a:ext cx="2895600" cy="1466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2374B-C8E4-4571-8113-E24B93F5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08" y="2426970"/>
            <a:ext cx="1853184" cy="8801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09C"/>
            </a:solidFill>
            <a:prstDash val="solid"/>
          </a:ln>
        </p:spPr>
      </p:sp>
      <p:sp>
        <p:nvSpPr>
          <p:cNvPr id="14" name="course-OVAL">
            <a:extLst xmlns:a="http://schemas.openxmlformats.org/drawingml/2006/main">
              <a:ext uri="{FF2B5EF4-FFF2-40B4-BE49-F238E27FC236}">
                <a16:creationId xmlns:a16="http://schemas.microsoft.com/office/drawing/2014/main" id="{79FEC0F3-A763-4E3C-AB1A-F361098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05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4F7FA"/>
                </a:solidFill>
              </a:defRPr>
            </a:pPr>
            <a:r>
              <a:rPr sz="2400" b="1">
                <a:solidFill>
                  <a:srgbClr val="F4F7FA"/>
                </a:solidFill>
              </a:rPr>
              <a:t>OVAL</a:t>
            </a:r>
          </a:p>
        </p:txBody>
      </p:sp>
      <p:sp>
        <p:nvSpPr>
          <p:cNvPr id="15" name="course-OVAL-body">
            <a:extLst xmlns:a="http://schemas.openxmlformats.org/drawingml/2006/main">
              <a:ext uri="{FF2B5EF4-FFF2-40B4-BE49-F238E27FC236}">
                <a16:creationId xmlns:a16="http://schemas.microsoft.com/office/drawing/2014/main" id="{F959869E-BEA5-4EF3-88AE-EF42597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横に広い高速オーバル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加速区間と長めのBOOSTをつなぐ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BE521-3656-4838-8168-00500F9F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667000" cy="1466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3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3B8F6-D8EA-44C1-8E8D-2268221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0" y="2426970"/>
            <a:ext cx="1706880" cy="88011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09C"/>
            </a:solidFill>
            <a:prstDash val="solid"/>
          </a:ln>
        </p:spPr>
      </p:sp>
      <p:sp>
        <p:nvSpPr>
          <p:cNvPr id="18" name="course-PULSE">
            <a:extLst xmlns:a="http://schemas.openxmlformats.org/drawingml/2006/main">
              <a:ext uri="{FF2B5EF4-FFF2-40B4-BE49-F238E27FC236}">
                <a16:creationId xmlns:a16="http://schemas.microsoft.com/office/drawing/2014/main" id="{5B836D78-18DB-4C7D-A0B3-CDA77D7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35D3"/>
                </a:solidFill>
              </a:defRPr>
            </a:pPr>
            <a:r>
              <a:rPr sz="2400" b="1">
                <a:solidFill>
                  <a:srgbClr val="FF35D3"/>
                </a:solidFill>
              </a:rPr>
              <a:t>PULSE</a:t>
            </a:r>
          </a:p>
        </p:txBody>
      </p:sp>
      <p:sp>
        <p:nvSpPr>
          <p:cNvPr id="19" name="course-PULSE-body">
            <a:extLst xmlns:a="http://schemas.openxmlformats.org/drawingml/2006/main">
              <a:ext uri="{FF2B5EF4-FFF2-40B4-BE49-F238E27FC236}">
                <a16:creationId xmlns:a16="http://schemas.microsoft.com/office/drawing/2014/main" id="{1ADB1A36-FB7B-40C0-84D3-54702F6D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3頂点のテクニカルループ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次の頂点とゲートを早めに読む</a:t>
            </a:r>
          </a:p>
        </p:txBody>
      </p:sp>
      <p:sp>
        <p:nvSpPr>
          <p:cNvPr id="20" name="control-rule">
            <a:extLst xmlns:a="http://schemas.openxmlformats.org/drawingml/2006/main">
              <a:ext uri="{FF2B5EF4-FFF2-40B4-BE49-F238E27FC236}">
                <a16:creationId xmlns:a16="http://schemas.microsoft.com/office/drawing/2014/main" id="{0692E1E7-A314-439C-AFF0-8FE92BD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675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21" name="controls">
            <a:extLst xmlns:a="http://schemas.openxmlformats.org/drawingml/2006/main">
              <a:ext uri="{FF2B5EF4-FFF2-40B4-BE49-F238E27FC236}">
                <a16:creationId xmlns:a16="http://schemas.microsoft.com/office/drawing/2014/main" id="{5D949BC4-67FD-4BFE-945E-B8E0D25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LEFT / RIGHT  コース変更     SPACE / BUTTON 1  決定     ESC  タイトル</a:t>
            </a:r>
          </a:p>
        </p:txBody>
      </p:sp>
      <p:sp>
        <p:nvSpPr>
          <p:cNvPr id="22" name="common-rules">
            <a:extLst xmlns:a="http://schemas.openxmlformats.org/drawingml/2006/main">
              <a:ext uri="{FF2B5EF4-FFF2-40B4-BE49-F238E27FC236}">
                <a16:creationId xmlns:a16="http://schemas.microsoft.com/office/drawing/2014/main" id="{B19603BA-E7A0-464E-8053-F5419F42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485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8909C"/>
                </a:solidFill>
              </a:defRPr>
            </a:pPr>
            <a:r>
              <a:rPr sz="1275" b="0">
                <a:solidFill>
                  <a:srgbClr val="78909C"/>
                </a:solidFill>
              </a:rPr>
              <a:t>全コース共通: 3 LAPS / 同一車両物理 / ACTIVE GATE / </a:t>
            </a:r>
            <a:r>
              <a:rPr sz="1275" b="0">
                <a:solidFill>
                  <a:srgbClr val="78909C"/>
                </a:solidFill>
              </a:rPr>
              <a:t>SLIPSTREAM + CATCH-UP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336594-36F0-41F1-BAA3-AB15A56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00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C5EB0-3ADB-497B-9AF0-A880BB6E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8909C"/>
                </a:solidFill>
              </a:defRPr>
            </a:pPr>
            <a:r>
              <a:rPr sz="975" b="1">
                <a:solidFill>
                  <a:srgbClr val="78909C"/>
                </a:solidFill>
              </a:rPr>
              <a:t>WIRE DRIFT RACERS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E90FA47-D6C2-4EFE-82C1-5D4330AD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962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8909C"/>
                </a:solidFill>
              </a:defRPr>
            </a:pPr>
            <a:r>
              <a:rPr sz="975" b="0">
                <a:solidFill>
                  <a:srgbClr val="78909C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627468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C5D83B-C7A5-40EB-A600-7FD3F25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02ECA-62EA-450C-A9FB-93F6DBE7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5265"/>
                </a:solidFill>
              </a:defRPr>
            </a:pPr>
            <a:r>
              <a:rPr sz="1125" b="1">
                <a:solidFill>
                  <a:srgbClr val="FF5265"/>
                </a:solidFill>
              </a:rPr>
              <a:t>PART 1 /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886E2-A317-4DF1-8D4A-C1E66D9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3D30-54D7-436C-9BEC-C6B32C8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操作は2人分を左右に分けて覚える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2C8C5-6533-4083-A656-20D3C4CF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5265"/>
                </a:solidFill>
              </a:defRPr>
            </a:pPr>
            <a:r>
              <a:rPr sz="1950" b="1">
                <a:solidFill>
                  <a:srgbClr val="FF5265"/>
                </a:solidFill>
              </a:rPr>
              <a:t>PLAYER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FD391-271C-4F33-A80F-0DEDBE5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0763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43BFA-9579-44FF-919B-677E1C0A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加速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BBE8D-EE01-49C9-BA7C-9AE9B87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431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748B7-0606-46F9-94FB-66B6F8C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384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W / PAD 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F6E00-0E85-409A-A164-34309261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減速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BD799-A310-4AAD-93CC-A27CA5B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623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46FEA-960B-4888-A012-326AF90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575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S / PAD 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E2E0A-427E-4C52-B6FB-B9C02E9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ドリフト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3771F-C2C2-453A-B593-61E9F2C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814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822CE-8317-4381-8DDA-02409AC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767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A・D / PAD ←→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A1EED-975A-4559-BE97-48977D2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ブースト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12239-4584-4952-AE13-E2D3275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006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09CCA-85D2-4BEB-93A4-8C6F0E8A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958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Q / BUTTON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2B551-CF3D-4BA3-9D26-933CD8A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ブレーキ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81D8D-8A71-4A09-98FA-A1C1F63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97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22FF7-67E8-4AF5-A237-C98AFCEB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E / BUTTON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D4FD6-4880-4008-9E7E-CD79EFF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648BFF"/>
                </a:solidFill>
              </a:defRPr>
            </a:pPr>
            <a:r>
              <a:rPr sz="1950" b="1">
                <a:solidFill>
                  <a:srgbClr val="648BFF"/>
                </a:solidFill>
              </a:rPr>
              <a:t>PLAYER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A4DFB-3ACF-487E-9C71-A2585D5A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90763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B02E7-4DCF-4B40-ADDD-3235C94B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加速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F4FFA-00CD-4C6F-891F-24EA96B2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431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E9578-1864-4562-912A-78D8CA7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384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CURSOR 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C0527-9611-48CB-BA5A-DA212A9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減速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3A069-8609-4E44-891C-446AE5AD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23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54388-7A9C-4589-8F30-B9C9933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575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CURSOR 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CDD68-BD6F-451F-958F-DD583B54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7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ドリフト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71FC5-C391-4F5C-8152-38243D1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814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5BF3A-BF8A-4439-962D-23FEC546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767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CURSOR ←→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B88CC-322A-4D25-B001-1635348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76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ブースト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F6851-D1C8-4F39-8A57-FF9D0FB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006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3EE97-9E1B-48BD-836A-4167B0B0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958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N / BUTTON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0B4EC-BEB8-4D0E-ABC5-C1F22279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5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ブレーキ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8AEAEB-9EBD-436B-B920-782463EB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197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D286A-1315-4582-835A-B42423E4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150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M / BUTTON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56E499-2AC8-44A7-85F1-D1C737D7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1628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D35A"/>
                </a:solidFill>
              </a:defRPr>
            </a:pPr>
            <a:r>
              <a:rPr sz="1425" b="1">
                <a:solidFill>
                  <a:srgbClr val="FFD35A"/>
                </a:solidFill>
              </a:rPr>
              <a:t>ESC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75B73E-2519-4BFF-9C1D-5C81BAE1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5438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92A7B8"/>
                </a:solidFill>
              </a:defRPr>
            </a:pPr>
            <a:r>
              <a:rPr sz="1275" b="0">
                <a:solidFill>
                  <a:srgbClr val="92A7B8"/>
                </a:solidFill>
              </a:rPr>
              <a:t>レース中はタイトルへ戻る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BF4FD-3AC3-46F0-A19D-63FCFC9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7ED388-D8C5-4F5C-A03C-E00CA18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48541-ACC8-4C1D-B541-DB6EF578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881973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C3F2F6-1FE9-4F1E-8317-D80DA64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6E03-6235-4CD5-969F-980F98AC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48BFF"/>
                </a:solidFill>
              </a:defRPr>
            </a:pPr>
            <a:r>
              <a:rPr sz="1125" b="1">
                <a:solidFill>
                  <a:srgbClr val="648BFF"/>
                </a:solidFill>
              </a:rPr>
              <a:t>PART 1 / RACE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B621-0B40-4EDE-AED7-6E2DE50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36257-14C5-45A9-A11B-65DE5A94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HUDを見れば、次の一手がわかる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9E9FB-25AE-4D97-AA77-455B416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7239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D4BB3-361A-4DE8-85EF-4E9BB4E0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5265"/>
                </a:solidFill>
              </a:defRPr>
            </a:pPr>
            <a:r>
              <a:rPr sz="1425" b="1">
                <a:solidFill>
                  <a:srgbClr val="FF5265"/>
                </a:solidFill>
              </a:rPr>
              <a:t>P1  LAP 1 /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7FAC3-5383-46E6-BD70-B84DE115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648BFF"/>
                </a:solidFill>
              </a:defRPr>
            </a:pPr>
            <a:r>
              <a:rPr sz="1425" b="1">
                <a:solidFill>
                  <a:srgbClr val="648BFF"/>
                </a:solidFill>
              </a:rPr>
              <a:t>CPU  LAP 1 /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0B95D-7311-40A8-B66E-BB3A7F98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DFCC0-9B26-46B3-B9DD-35CB7CFA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CEA69-56EE-4B9C-9BEA-74C6251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077FB-871D-4015-A899-DBFA2D7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42655-37F8-4C54-9B28-16A395A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0285D-3202-48E0-A26E-FD035366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2B86B-8509-4B51-8E6B-DC34CF8B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65372-C3EE-4070-AF47-44C96E5D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C1A7E-2EDF-46ED-816B-D2F8CC82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C42A3-8FA4-4078-9C31-A999A6E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ECD84-76E4-4BAA-8F62-EC83C918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D998B-F314-4D80-AA53-1954B41E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5E219-C699-4DCF-AC38-8CDDBE3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E525A-3B59-4E5C-A429-448C0530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0413F-205D-448F-8AA4-A99DB22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3A7B1-9E6A-4FC5-ADAF-E37358D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5DF1A-836A-4D37-95E9-72B8AAEF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05175"/>
            <a:ext cx="485775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D7A0B-75B8-45AF-B606-0B6189C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00475"/>
            <a:ext cx="2914650" cy="1485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A7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D4DC5-7590-43E3-A280-FF8BAFD6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863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FA5FF-2116-484C-8519-B284BCC3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471" y="5307711"/>
            <a:ext cx="464058" cy="24307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71567-B1AA-4645-9031-A18E05DA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437" y="5362956"/>
            <a:ext cx="254127" cy="12706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6EA899-3C01-4F68-9743-8A2BC94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346" y="3974211"/>
            <a:ext cx="464058" cy="24307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0B2F98-61E0-4DA4-BF33-59E263D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312" y="4029456"/>
            <a:ext cx="254127" cy="12706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A9021-9A4A-4DE1-928A-9F9ABC80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13" y="5286375"/>
            <a:ext cx="47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D78F5-B541-403C-B0BF-455AAA90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907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5F2EA"/>
                </a:solidFill>
              </a:defRPr>
            </a:pPr>
            <a:r>
              <a:rPr sz="1350" b="1">
                <a:solidFill>
                  <a:srgbClr val="35F2EA"/>
                </a:solidFill>
              </a:rPr>
              <a:t>周回数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9EF37B-C878-4F5E-905F-FE4C99A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24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D32A7C-E040-4852-B186-09E0DB2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84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5F2EA"/>
                </a:solidFill>
              </a:defRPr>
            </a:pPr>
            <a:r>
              <a:rPr sz="1350" b="1">
                <a:solidFill>
                  <a:srgbClr val="35F2EA"/>
                </a:solidFill>
              </a:rPr>
              <a:t>8段階BOOST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30CAB9-7562-44A0-BDC2-5E35A7F0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EE86B-B066-4F82-8F40-EEC8B23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052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D35A"/>
                </a:solidFill>
              </a:defRPr>
            </a:pPr>
            <a:r>
              <a:rPr sz="1350" b="1">
                <a:solidFill>
                  <a:srgbClr val="FFD35A"/>
                </a:solidFill>
              </a:rPr>
              <a:t>アクティブゲート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04C16-248C-41D3-9280-6E20C173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38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D1C063-3706-4E18-84D5-7A430E8A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5265"/>
                </a:solidFill>
              </a:defRPr>
            </a:pPr>
            <a:r>
              <a:rPr sz="1350" b="1">
                <a:solidFill>
                  <a:srgbClr val="FF5265"/>
                </a:solidFill>
              </a:rPr>
              <a:t>赤=P1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18AFBA-DF43-46F8-8305-622041AF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244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E7B6D0-04D0-48C8-B26B-C5D9D81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435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48BFF"/>
                </a:solidFill>
              </a:defRPr>
            </a:pPr>
            <a:r>
              <a:rPr sz="1350" b="1">
                <a:solidFill>
                  <a:srgbClr val="648BFF"/>
                </a:solidFill>
              </a:rPr>
              <a:t>青=P2 / CPU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7B8F87-A118-433D-9D77-C3458A08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768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ACB142-9CBF-4E1C-ACD1-2234185E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904DE-2C53-4DA5-A780-DB1A5D3D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D806F1-ABFA-4F1F-9DE0-18EBBAF2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073271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7D222-E63D-49E6-9BC2-83EB197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6F244-0899-469E-BECE-2ED93663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5F2EA"/>
                </a:solidFill>
              </a:defRPr>
            </a:pPr>
            <a:r>
              <a:rPr sz="1125" b="1">
                <a:solidFill>
                  <a:srgbClr val="35F2EA"/>
                </a:solidFill>
              </a:rPr>
              <a:t>PART 1 /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C69CA-7C3B-45C4-8495-20893962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39EE7-E777-4D57-A401-244C40B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レースを決める4つのルール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FA73B-BD62-4DEA-B5B5-41EEF58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20B29-96B0-4745-8870-E4D3F79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5F2EA"/>
                </a:solidFill>
              </a:defRPr>
            </a:pPr>
            <a:r>
              <a:rPr sz="1875" b="1">
                <a:solidFill>
                  <a:srgbClr val="35F2EA"/>
                </a:solidFill>
              </a:rPr>
              <a:t>3 LAPS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245D8-272F-4D82-A7E4-E6FFD738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スタートラインを正方向へ通過すると周回が進む。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2AA49-51EC-4AC8-B3E5-2CDCA974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3E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C3462-6D5A-429E-912C-6721A348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3ED1"/>
                </a:solidFill>
              </a:defRPr>
            </a:pPr>
            <a:r>
              <a:rPr sz="1875" b="1">
                <a:solidFill>
                  <a:srgbClr val="FF3ED1"/>
                </a:solidFill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BC6D8-3D42-46FA-A645-7A86AE4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勝者と両車の周回数を表示。約5秒後にタイトルへ。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F44E3-76B9-4118-BA04-EEEA88F9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D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B0910-392E-4883-8D98-16D12044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D35A"/>
                </a:solidFill>
              </a:defRPr>
            </a:pPr>
            <a:r>
              <a:rPr sz="1875" b="1">
                <a:solidFill>
                  <a:srgbClr val="FFD35A"/>
                </a:solidFill>
              </a:rPr>
              <a:t>INPUT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7FA3B-9190-4923-BAA2-DC56C341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ゴール時の入力を離すまで復帰タイマーは開始しない。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4B27D-B637-456D-8F12-347BC2E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1A5AD-E659-47D1-A3F1-BE66122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48BFF"/>
                </a:solidFill>
              </a:defRPr>
            </a:pPr>
            <a:r>
              <a:rPr sz="1875" b="1">
                <a:solidFill>
                  <a:srgbClr val="648BFF"/>
                </a:solidFill>
              </a:rPr>
              <a:t>ESC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E95B5-FFC0-462D-9299-CCA0BBB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054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レース中はタイトルへ戻る。タイトルでは終了しない。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51E1C-88B9-48ED-9BEC-038E5A6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55E00-E30E-437E-97D0-FDD03E8D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40811-78E6-487B-AD45-69ABEF84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879048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F1902-C305-4F35-8F4B-DBE66974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2DB93-C888-4EED-8AA4-72DB72D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D35A"/>
                </a:solidFill>
              </a:defRPr>
            </a:pPr>
            <a:r>
              <a:rPr sz="1125" b="1">
                <a:solidFill>
                  <a:srgbClr val="FFD35A"/>
                </a:solidFill>
              </a:rPr>
              <a:t>PART 1 / BOOST + ACTIVE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C451F-812E-48D5-A348-ED0E9419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A32A1-E922-40D4-BA41-B14AE89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ゲートとブーストが、レースラインを変える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F57A1-9AC9-40EB-9BEC-E72CDFE1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5265"/>
                </a:solidFill>
              </a:defRPr>
            </a:pPr>
            <a:r>
              <a:rPr sz="2550" b="1">
                <a:solidFill>
                  <a:srgbClr val="FF5265"/>
                </a:solidFill>
              </a:rPr>
              <a:t>BOOST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E8BE4-8844-4AF8-81CB-51A6F6F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E5A33-D4CD-48B6-AA29-F2C26484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C845-3A39-4B5C-B1BE-E4941B0F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E09E8-3FAE-4009-89EA-5302DB4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57D1A-B8CD-4988-A683-F99587E8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2B989-75C7-4D1A-8D60-7466C227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79120-ADD2-4796-B8A6-7AE5489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5F682-B6A4-4D7F-BA69-5E09D676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96A13-76A1-4831-94DD-CFBAAF2F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3467481"/>
            <a:ext cx="944118" cy="49453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3F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7D7AE-23C4-4B0D-8BD7-BC828C0B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67" y="3579876"/>
            <a:ext cx="517017" cy="25850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9E24D-B241-4032-8462-129C4112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19588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B7263-B1F3-469F-969B-F7A68B2A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62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597CC-36AA-41B0-ACCF-3C4B9D45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通常最高速320を超え、最高速512・加速度32で加速。使用中は車体が高輝度化し、ゲージが減る。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EF447-3B7A-44BE-BD99-02AA9E6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573E3-1097-4AA3-8B15-491EF17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D35A"/>
                </a:solidFill>
              </a:defRPr>
            </a:pPr>
            <a:r>
              <a:rPr sz="2550" b="1">
                <a:solidFill>
                  <a:srgbClr val="FFD35A"/>
                </a:solidFill>
              </a:rPr>
              <a:t>ACTIVE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A603D-F3B7-49FF-932D-428305AB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3810000" cy="2333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28C93-9CA7-4171-BA78-33D6012A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2286000" cy="1400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888A-9C1F-43A8-B1C7-A2927F27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86275"/>
            <a:ext cx="38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44C18-035A-4C75-A82C-C7A0C294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4767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8DD3C-0A19-47F8-824E-3B47AAC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3つのゲートは内・中・外のいずれかで点灯。先着でブースト回復。取得後は約3秒消灯する。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639E2-FFCF-4ECD-AA31-B09B56D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ED5B0-2299-4B7B-AA64-1D13E89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C14EB-F319-49F1-B839-C2272576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090100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48527A-77FD-420B-9902-04D97C9A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E3CDC-8B52-48F5-A05E-72F1F936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3ED1"/>
                </a:solidFill>
              </a:defRPr>
            </a:pPr>
            <a:r>
              <a:rPr sz="1125" b="1">
                <a:solidFill>
                  <a:srgbClr val="FF3ED1"/>
                </a:solidFill>
              </a:rPr>
              <a:t>PART 1 / BATTLE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34D8B-C5B3-498A-9213-35A498DA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8393-AA5A-4F0F-8B87-3F2A2921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接触と追走が、逆転の武器になる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9B38-33DF-4D58-968B-A75C61BB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8" y="2584133"/>
            <a:ext cx="680085" cy="35623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0AFB0-44FC-44C5-A192-3C781433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86" y="2665095"/>
            <a:ext cx="372428" cy="18621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CF114-6B89-4193-ABBF-DB4AD036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458" y="2584133"/>
            <a:ext cx="680085" cy="35623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AF5E8-C0E9-4959-B1D9-E764B994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286" y="2665095"/>
            <a:ext cx="372428" cy="18621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DB1BC-6625-4D43-9A66-16798927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38438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77000-09F5-49A0-9E33-464F7242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3ED1"/>
                </a:solidFill>
              </a:defRPr>
            </a:pPr>
            <a:r>
              <a:rPr sz="1950" b="1">
                <a:solidFill>
                  <a:srgbClr val="FF3ED1"/>
                </a:solidFill>
              </a:rPr>
              <a:t>DRIFT TACKLE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72CF3-6F45-44FC-976B-7DF6BE0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相手へ向かってドリフトしながら接触すると押し出せる。壁際では追加減速。ただし攻撃側も少し失速する。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87A30-DE4F-4AD4-9372-25A88661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90700"/>
            <a:ext cx="190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E6325-CD0A-43FC-8681-64A6E2D1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5F2EA"/>
                </a:solidFill>
              </a:defRPr>
            </a:pPr>
            <a:r>
              <a:rPr sz="1950" b="1">
                <a:solidFill>
                  <a:srgbClr val="35F2EA"/>
                </a:solidFill>
              </a:rPr>
              <a:t>CATCH-UP BOOST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27AEF-89A4-4FB5-A5CF-9018DF27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02A75-3947-4EB1-9BDE-AF65D94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098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A48B4-2B55-4199-99D2-33BAC6A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D9D63-C689-48EB-A305-6AEE1585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D2B49-A0CF-4735-BD89-629D1C4C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20612-80A7-44DA-8316-BFFEE84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39CFA-9225-4BE9-98AF-ACCC0EC9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9B266-27AC-426D-92C5-D52866A7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AFFB0-AC4B-4EEA-8508-02DDE09D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01F23-AD7C-4649-A8B7-4F711645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7D993-F725-4F79-89EB-29C683FB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FE2EC-BC6F-4EC1-9F11-C666198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A1DFD-EB43-41EF-AD66-3FDCA27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7668B-DD73-4B3A-8E6C-BE85B483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289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42D1B-33A2-4B6F-8CFE-A64E147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C2718-A39B-42CA-B5D8-FC449C5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289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20213-B8FA-4CA7-A8B3-C2E0A0C7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4476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近距離では同じレーンを約0.5秒追走するとBOOST回復。大差時は距離連動回復。どちらも自動加速ではない。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43204-B95D-4990-BB5B-CCED31F1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CPU LEVEL 1  2  3  4 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3AB59-BD7F-47BC-84C9-D627D96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150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92A7B8"/>
                </a:solidFill>
              </a:defRPr>
            </a:pPr>
            <a:r>
              <a:rPr sz="1425" b="0">
                <a:solidFill>
                  <a:srgbClr val="92A7B8"/>
                </a:solidFill>
              </a:rPr>
              <a:t>同じ物理。違う判断速度。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29B5B4-7ADA-4A36-898E-5DC5B02E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B0820C-0AFD-4376-8C98-3D0AD8E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8E9C09-95A8-44D0-BE4D-DC256E8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  <p:sp>
        <p:nvSpPr>
          <p:cNvPr id="37" name="slip-label-cover">
            <a:extLst xmlns:a="http://schemas.openxmlformats.org/drawingml/2006/main">
              <a:ext uri="{FF2B5EF4-FFF2-40B4-BE49-F238E27FC236}">
                <a16:creationId xmlns:a16="http://schemas.microsoft.com/office/drawing/2014/main" id="{98A72BF5-F931-4DC8-AC61-C795D71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  <a:prstDash val="solid"/>
          </a:ln>
        </p:spPr>
      </p:sp>
      <p:sp>
        <p:nvSpPr>
          <p:cNvPr id="38" name="slip-label">
            <a:extLst xmlns:a="http://schemas.openxmlformats.org/drawingml/2006/main">
              <a:ext uri="{FF2B5EF4-FFF2-40B4-BE49-F238E27FC236}">
                <a16:creationId xmlns:a16="http://schemas.microsoft.com/office/drawing/2014/main" id="{EA90B79F-113B-4FDE-A902-B071B48F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E6E6"/>
                </a:solidFill>
              </a:defRPr>
            </a:pPr>
            <a:r>
              <a:rPr sz="1725" b="1">
                <a:solidFill>
                  <a:srgbClr val="00E6E6"/>
                </a:solidFill>
              </a:rPr>
              <a:t>SLIPSTREAM + CATCH-UP</a:t>
            </a:r>
          </a:p>
        </p:txBody>
      </p:sp>
    </p:spTree>
    <p:extLst>
      <p:ext uri="{BB962C8B-B14F-4D97-AF65-F5344CB8AC3E}">
        <p14:creationId xmlns:p14="http://schemas.microsoft.com/office/powerpoint/2010/main" val="2012521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8AC5-08D2-41FE-A2AA-B477C7C1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7EB91-689A-444F-9FD5-B49321A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48BFF"/>
                </a:solidFill>
              </a:defRPr>
            </a:pPr>
            <a:r>
              <a:rPr sz="1125" b="1">
                <a:solidFill>
                  <a:srgbClr val="648BFF"/>
                </a:solidFill>
              </a:rPr>
              <a:t>PART 1 / CPU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08E9F-3C3D-4A01-8D37-68A794D5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BB588-7BAE-4B19-9CDF-09DC123F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CPU LEVELは、判断速度と狙いの精度を変える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09E0-9438-496E-9FB5-54615956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2A7B8"/>
                </a:solidFill>
              </a:defRPr>
            </a:pPr>
            <a:r>
              <a:rPr sz="1275" b="1">
                <a:solidFill>
                  <a:srgbClr val="92A7B8"/>
                </a:solidFill>
              </a:rPr>
              <a:t>LEVEL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32A6F-280A-48E4-A095-E5DC1483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2A7B8"/>
                </a:solidFill>
              </a:defRPr>
            </a:pPr>
            <a:r>
              <a:rPr sz="1275" b="1">
                <a:solidFill>
                  <a:srgbClr val="92A7B8"/>
                </a:solidFill>
              </a:rPr>
              <a:t>挙動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749D1-A167-4A65-BF63-F6B627F9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2A7B8"/>
                </a:solidFill>
              </a:defRPr>
            </a:pPr>
            <a:r>
              <a:rPr sz="1275" b="1">
                <a:solidFill>
                  <a:srgbClr val="92A7B8"/>
                </a:solidFill>
              </a:rPr>
              <a:t>おすすめ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BA092-866F-4513-A12B-3705B22F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93D6D-B53C-4DB7-A694-2AEF8A1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028A-6DC7-4CAC-ABE3-508F119F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ゆっくり / 誤差大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B7806-3E22-4E10-A59E-C778149D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431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はじめて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6B631-F184-4F2C-A6F9-EF45F9B2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6CDD9-E4A6-49DB-8267-29199B23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B4947-C10B-4087-A82F-6530F3D1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385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短いBOOST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E130D-01CB-479F-8301-93C8756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385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操作練習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E8FAD-5881-4A00-A0C7-6BAD0B08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7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79CF8-E240-4DD8-83C0-58124AFB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F2EA"/>
                </a:solidFill>
              </a:defRPr>
            </a:pPr>
            <a:r>
              <a:rPr sz="2025" b="1">
                <a:solidFill>
                  <a:srgbClr val="35F2EA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D811B-B5C3-401D-A883-E357800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33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標準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17825-5690-4875-8DBF-4A912F9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338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通常プレイ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D5753-B068-437B-A5AB-931A6030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37031-437E-4B41-A37B-A0CCD3A2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D9E23-96BA-4E72-A320-515E35F5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29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速い / 長いBOOST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DDAD9-20A1-4171-B8AB-44E2961A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292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上級者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67C55-3E61-48BF-AED1-6B080DAC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26390F-0347-440F-9FA7-C0A691DA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4A95C-EE02-4C82-99E5-27C7663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1245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高速 / 高精度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8FA3E-99ED-4ABD-AD46-A1B0563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245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チャレンジ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F04696-531F-4905-8326-2C0A658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FFD35A"/>
                </a:solidFill>
              </a:defRPr>
            </a:pPr>
            <a:r>
              <a:rPr sz="1500" b="0">
                <a:solidFill>
                  <a:srgbClr val="FFD35A"/>
                </a:solidFill>
              </a:rPr>
              <a:t>CPUが大きく先行するとBOOSTを控える。全LEVELで速度上限とレースルールは共通。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39098-3873-4A06-A0E7-D5EC54B2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A2ED78-B2A3-48BF-9291-A70F29C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EC852-BE8C-479A-99B5-ACC550E5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4614467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DC962-D4DB-4ED7-B78F-A511BB9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4884A-5047-4CDD-87D5-A436AD1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250" b="1">
                <a:solidFill>
                  <a:srgbClr val="FF3ED1"/>
                </a:solidFill>
              </a:defRPr>
            </a:pPr>
            <a:r>
              <a:rPr sz="5250" b="1">
                <a:solidFill>
                  <a:srgbClr val="FF3ED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6D4FE-B699-471C-B92D-64260AB2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3FBFF"/>
                </a:solidFill>
              </a:defRPr>
            </a:pPr>
            <a:r>
              <a:rPr sz="3600" b="1">
                <a:solidFill>
                  <a:srgbClr val="F3FBFF"/>
                </a:solidFill>
              </a:rPr>
              <a:t>PART 2 / RACING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E81E-67C8-4B1A-B08F-FD128DE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92A7B8"/>
                </a:solidFill>
              </a:defRPr>
            </a:pPr>
            <a:r>
              <a:rPr sz="1875" b="0">
                <a:solidFill>
                  <a:srgbClr val="92A7B8"/>
                </a:solidFill>
              </a:rPr>
              <a:t>速さだけでは勝てない。ライン、ゲート、接触を組み立てる。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851CE-8225-45BB-91AA-CB62612A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0292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0DD8-2B4B-47A1-AFFA-07F72B8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4857750"/>
            <a:ext cx="3592286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8E5FF-E1BF-4C4D-9829-78512EA2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629" y="4857750"/>
            <a:ext cx="215537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D0E95-6171-485B-B292-8A8CC673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543" y="4857750"/>
            <a:ext cx="718457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1288A-3F5D-4066-A6E1-74B670D8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718457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2E756-FA81-41EF-8CFB-6C9FBE4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15537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5D631-B98A-4226-B653-B804E047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3592286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DC3A6-B7FB-4010-BA67-C95FDFB3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0292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48B82-BC03-460F-9278-91E0F8D9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226" y="5348288"/>
            <a:ext cx="23335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1C9A5-E849-41A5-9467-68B9B085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619" y="5843588"/>
            <a:ext cx="426476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98396-DC46-4630-A7F2-2DE7211E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013" y="6338888"/>
            <a:ext cx="619597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922A0-8C78-47B4-85A2-6E5E4ED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06" y="6834188"/>
            <a:ext cx="812718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9D849-92FA-47BC-853B-0EF37088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29488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DD5D7-CDB6-4531-A228-D46A123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514350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3E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ECB12-5A3F-4063-B5C5-3F79A01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3086100" cy="1200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6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B3E7D-9450-40AE-84F8-AEF57B9F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150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E8BD5-8A8A-48C1-A6D0-C9CCA7C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464" y="5983224"/>
            <a:ext cx="576072" cy="3017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E73F9-13B7-4BC8-AA7C-A96B90A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766" y="6051804"/>
            <a:ext cx="315468" cy="15773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700DD-BAF1-4FAB-9E99-DCB9432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306949"/>
            <a:ext cx="576072" cy="3017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222E8-CAFF-45D8-9451-26F7E89C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666" y="5375529"/>
            <a:ext cx="315468" cy="15773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EDFA2-AC69-4580-AAB4-FE45148B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77150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5F2EA"/>
                </a:solidFill>
              </a:defRPr>
            </a:pPr>
            <a:r>
              <a:rPr sz="1350" b="1">
                <a:solidFill>
                  <a:srgbClr val="35F2EA"/>
                </a:solidFill>
              </a:rPr>
              <a:t>LINE  /  GATE  /  TACKLE  /  BOOST</a:t>
            </a:r>
          </a:p>
        </p:txBody>
      </p:sp>
    </p:spTree>
    <p:extLst>
      <p:ext uri="{BB962C8B-B14F-4D97-AF65-F5344CB8AC3E}">
        <p14:creationId xmlns:p14="http://schemas.microsoft.com/office/powerpoint/2010/main" val="888328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0B5E6-323E-4264-A70A-01384857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EFAFA-ECD4-4706-88E1-77A7E3CB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5F2EA"/>
                </a:solidFill>
              </a:defRPr>
            </a:pPr>
            <a:r>
              <a:rPr sz="1125" b="1">
                <a:solidFill>
                  <a:srgbClr val="35F2EA"/>
                </a:solidFill>
              </a:rPr>
              <a:t>PART 2 / BASIC TECHNIQUE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21219-F0A1-4F11-8E04-D244B71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ACFE0-B6A5-4DB8-8251-16CA6859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基本は中央。次のゲートを早く見る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12F60-F01A-4320-BF19-E84844FC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10540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C2E3C-8417-40AB-9B45-97E612D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86" y="5524500"/>
            <a:ext cx="3646714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0F4CB-40A6-470C-AE87-820AAA57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5524500"/>
            <a:ext cx="2188029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4AF81-C951-45FA-88DA-74A84CFE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57" y="5524500"/>
            <a:ext cx="729343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3D288-09C2-4274-8798-4F4DFC84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729343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249D-DBA0-4AE7-85DD-BCBDFFCB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2188029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F8A6E-C53A-4930-9A67-E9BC7446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3646714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5B5DF-762D-48C9-A6CD-DFACD82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510540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2FF65-95CF-4A43-9909-4BA5F9F1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47" y="5919788"/>
            <a:ext cx="236890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3CD92-05FA-4CC7-8EE8-7B49F515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310" y="6319838"/>
            <a:ext cx="432937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33DDA-238A-4AD1-8512-1B9045BE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074" y="6719888"/>
            <a:ext cx="628985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77832-B29B-48DD-80C2-83601E05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837" y="7119938"/>
            <a:ext cx="825032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2067A-5413-4C54-A6C6-798E2CD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199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4F30F-2871-4EE1-9AEB-EF8F311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6B41F-8E5E-4A8F-9FA6-BA73363B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240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37C2B-A059-4281-8D73-65E4559F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START直後は中央を維持。内外どちらのゲートにも対応できる。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FF1F6-F3AD-4ADF-BA8E-08655FC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16CEB-42D5-4FE4-A589-BDA01D88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LOOK AHEAD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CF8D5-1C06-4E2D-9DF0-D1A3C5C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相手ではなく次のゲートを見る。直前の大移動は損。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1F9DF-455C-42E7-BCCA-BC94FD7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E4E35-A5C4-43E5-93E7-0AC81ADC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240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BRAKE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130F5-BF04-4E21-B84A-F675FC9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停止だけでなく、間合い調整やタックル回避に使う。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E2E51-C7FB-4E5A-BED6-BEDA469A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48250"/>
            <a:ext cx="38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91BCF-19E4-4922-951A-02FF4744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59" y="6314694"/>
            <a:ext cx="656082" cy="34366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37CFD-336B-4744-9243-0632347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359" y="6392799"/>
            <a:ext cx="359283" cy="17964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9AB15A-42DE-4263-9694-3E96CD69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F2E24-80CB-4B56-A049-FB937909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8D3FE-9ED0-4F35-B50A-C9477E3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9250024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A50023-9B28-49F2-9F5A-E7E9FF9D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BC99E-7605-4D4A-B074-AEA04C18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5265"/>
                </a:solidFill>
              </a:defRPr>
            </a:pPr>
            <a:r>
              <a:rPr sz="1125" b="1">
                <a:solidFill>
                  <a:srgbClr val="FF5265"/>
                </a:solidFill>
              </a:rPr>
              <a:t>PART 2 / BOOST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A84E6-374E-44E4-A2F1-C0D0A61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D996D-62E1-4657-992F-EB59CC93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BOOSTは短く、再加速と追走へ配分する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5B067-7C79-4FF7-9206-E2FEF3A2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5265"/>
                </a:solidFill>
              </a:defRPr>
            </a:pPr>
            <a:r>
              <a:rPr sz="2250" b="1">
                <a:solidFill>
                  <a:srgbClr val="FF526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CB48-78AB-49E5-B0A1-819158E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3FBFF"/>
                </a:solidFill>
              </a:defRPr>
            </a:pPr>
            <a:r>
              <a:rPr sz="1725" b="1">
                <a:solidFill>
                  <a:srgbClr val="F3FBFF"/>
                </a:solidFill>
              </a:rPr>
              <a:t>短いバースト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1A1F4-63D7-4997-9E6D-1A260E72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24125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押し続けず、コーナー出口や接触後に使う。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F791B-DBA5-4807-9C0D-2F42FE18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3C360-1FC9-46B1-911D-2B6E7744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526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8EB2B-7FAC-4AE7-A7C0-09A767BE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B2498-10B4-4C9B-855A-6656F05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9989C-EA5A-4950-914A-7D2734B6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1D9CF-890E-43B9-85DD-2F489326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7997E-7482-4D52-8F7C-2F0B443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12C22-BAB3-42BF-A438-D8220264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CA033-BF37-465C-A780-C803A53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6613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A2AD1-FB8C-44E9-B5A4-60E5D04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5265"/>
                </a:solidFill>
              </a:defRPr>
            </a:pPr>
            <a:r>
              <a:rPr sz="2250" b="1">
                <a:solidFill>
                  <a:srgbClr val="FF5265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FCAE2-74E1-4095-9490-86F73745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3FBFF"/>
                </a:solidFill>
              </a:defRPr>
            </a:pPr>
            <a:r>
              <a:rPr sz="1725" b="1">
                <a:solidFill>
                  <a:srgbClr val="F3FBFF"/>
                </a:solidFill>
              </a:rPr>
              <a:t>ゲート前に残す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C6D3E-B4D3-4CCF-98F6-CCBFF3A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00525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横移動やタックル後の再加速分を確保。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DCBFE-5FF7-48A5-8C6D-E670BD1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9525">
            <a:solidFill>
              <a:srgbClr val="FFD3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0D09F-549C-4F7C-9C76-E71722EC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290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9525">
            <a:solidFill>
              <a:srgbClr val="FFD3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F2689-C46A-4EFA-B200-2CB30061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5899C-B69E-47B2-8F2C-AE39335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9A180-4E81-4473-970A-FE9B155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BA956-2ADC-4D91-9044-A99748B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261C0-87DB-419E-96A5-6BAB0A03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2B65C-1FB4-49BB-ADE2-0673E4DC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B6232-0854-4003-8796-0D48231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3013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1BB3C-F5E6-47CF-B0C6-F4D31F8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5265"/>
                </a:solidFill>
              </a:defRPr>
            </a:pPr>
            <a:r>
              <a:rPr sz="2250" b="1">
                <a:solidFill>
                  <a:srgbClr val="FF5265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09970-2A5C-4EEC-9576-148A56EE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53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3FBFF"/>
                </a:solidFill>
              </a:defRPr>
            </a:pPr>
            <a:r>
              <a:rPr sz="1725" b="1">
                <a:solidFill>
                  <a:srgbClr val="F3FBFF"/>
                </a:solidFill>
              </a:rPr>
              <a:t>後続回復を使う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B0BD7-819B-4915-819C-BDF4A14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76925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回復が始まったら小刻みに使って差を詰める。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E69BB-BE5F-4741-A11D-9DAA40E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934A5-56CC-46F5-BB53-317194A1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C4950-1B4C-4F0C-A7B9-0CB8F4C7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992D53-5D5F-4461-B563-8A8321E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D69E18-72C1-4EB7-9AC5-39F01D11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C4361C-0D32-4048-A150-0294E114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67A66C-15D3-4156-B22E-6DC0A50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054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0D637F-7E21-4305-85D4-6E8FD360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054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D4345D-7A97-4435-B2B8-CC63D1F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9413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FDD37A-EE89-428B-9636-CFCEB71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2AA4DA-2827-4836-B418-06F28BC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F654F1-F1EC-44AD-A914-C2D44B9A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873651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B12225-149C-42C2-ADD1-6190E93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BA5F1-A881-42A2-881F-8ED1D1C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D35A"/>
                </a:solidFill>
              </a:defRPr>
            </a:pPr>
            <a:r>
              <a:rPr sz="1125" b="1">
                <a:solidFill>
                  <a:srgbClr val="FFD35A"/>
                </a:solidFill>
              </a:rPr>
              <a:t>PART 2 / GATE + TACKLE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8A9EF-A70B-4A54-82A8-640B3D78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587A-D605-4357-9D34-F7B2F39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ゲート争奪は、取る判断と捨てる判断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F96B1-D0C1-4A7C-BAF5-C982E227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3333750" cy="2571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6F791-AE47-4F33-BED5-344FB9C8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2000250" cy="1543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D237C-E05D-4880-917B-18A86E86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4810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43405-CAF7-49BE-99F7-FC21D55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098" y="3694748"/>
            <a:ext cx="440055" cy="23050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13CB0-061A-4297-8FDB-9B991547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634" y="3747135"/>
            <a:ext cx="240983" cy="120491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C1185-EDC0-416A-91DB-A4C6DE4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973" y="2856548"/>
            <a:ext cx="440055" cy="23050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ACB94-3B3A-4ED0-8303-A5A81D1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509" y="2908935"/>
            <a:ext cx="240983" cy="120491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694BB-4E12-486F-9FB0-D165AF22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76E28-56CF-4BB5-B9A0-7790133D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435FC-E215-40A8-AFB9-4076880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1つ先を見る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A7B72-F168-478B-AD75-3A7A0D58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4914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遠いゲートを無理に追わず、次へ備える。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19874-CC5C-4993-88F1-3FC76E9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E58A1-638B-4CC1-A5E7-A5BEC49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同じレーンへ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0F2EF-1EAB-40FD-B7C9-4AADF91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914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相手の進路に入り、タックル機会を作る。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73F6D-D3CA-4922-BAA0-25F7ED5C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4054E-7606-4E6B-B0F4-4006BF7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9112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消灯中に戻る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1F407-CCA9-419E-875B-CF7888A2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4914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取得後は中央へ戻り、次の点灯へ備える。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3324A-5931-403E-A295-0077F23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3ED1"/>
                </a:solidFill>
              </a:defRPr>
            </a:pPr>
            <a:r>
              <a:rPr sz="1875" b="1">
                <a:solidFill>
                  <a:srgbClr val="FF3ED1"/>
                </a:solidFill>
              </a:rPr>
              <a:t>DRIFT TACKLE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9A9FC-F7D5-42D9-B801-2E61964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3600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壁際で最大効果。先行中はレーンを譲る判断も重要。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092E0-E79B-452A-A8C5-166E6005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249FA-C9DB-4E3B-8F97-CAD356C8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4E97C-4B9A-4410-B1D0-6E702B5B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7342263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ackground">
            <a:extLst xmlns:a="http://schemas.openxmlformats.org/drawingml/2006/main">
              <a:ext uri="{FF2B5EF4-FFF2-40B4-BE49-F238E27FC236}">
                <a16:creationId xmlns:a16="http://schemas.microsoft.com/office/drawing/2014/main" id="{3C18B250-CEE7-4DCD-9C7C-7E271E5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7144CF6-9D49-43EB-A007-A3BA35A6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5D3"/>
          </a:solidFill>
          <a:ln xmlns:a="http://schemas.openxmlformats.org/drawingml/2006/main" w="0">
            <a:solidFill>
              <a:srgbClr val="FF35D3"/>
            </a:solidFill>
            <a:prstDash val="solid"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455EEAFA-AA28-4575-A4C9-533D9A9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5D3"/>
                </a:solidFill>
              </a:defRPr>
            </a:pPr>
            <a:r>
              <a:rPr sz="1350" b="1">
                <a:solidFill>
                  <a:srgbClr val="FF35D3"/>
                </a:solidFill>
              </a:rPr>
              <a:t>PART 2 / SLIPSTREAM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7FAD9F-BEBC-4318-B5AA-60E8A01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1646A5D-DB04-4D0E-983E-F003BDDD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A"/>
                </a:solidFill>
              </a:defRPr>
            </a:pPr>
            <a:r>
              <a:rPr sz="2700" b="1">
                <a:solidFill>
                  <a:srgbClr val="F4F7FA"/>
                </a:solidFill>
              </a:rPr>
              <a:t>同じレーンを維持し、追い越しのBOOSTを作る</a:t>
            </a:r>
          </a:p>
        </p:txBody>
      </p:sp>
      <p:sp>
        <p:nvSpPr>
          <p:cNvPr id="6" name="leader-car">
            <a:extLst xmlns:a="http://schemas.openxmlformats.org/drawingml/2006/main">
              <a:ext uri="{FF2B5EF4-FFF2-40B4-BE49-F238E27FC236}">
                <a16:creationId xmlns:a16="http://schemas.microsoft.com/office/drawing/2014/main" id="{E21FEDB3-C0F7-463C-BBB4-4B22DFE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7DFF"/>
            </a:solidFill>
            <a:prstDash val="solid"/>
          </a:ln>
        </p:spPr>
      </p:sp>
      <p:sp>
        <p:nvSpPr>
          <p:cNvPr id="7" name="trailer-car">
            <a:extLst xmlns:a="http://schemas.openxmlformats.org/drawingml/2006/main">
              <a:ext uri="{FF2B5EF4-FFF2-40B4-BE49-F238E27FC236}">
                <a16:creationId xmlns:a16="http://schemas.microsoft.com/office/drawing/2014/main" id="{21E31F6F-A55E-48EA-B21E-C460F16B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06A"/>
            </a:solidFill>
            <a:prstDash val="solid"/>
          </a:ln>
        </p:spPr>
      </p:sp>
      <p:sp>
        <p:nvSpPr>
          <p:cNvPr id="8" name="leader-label">
            <a:extLst xmlns:a="http://schemas.openxmlformats.org/drawingml/2006/main">
              <a:ext uri="{FF2B5EF4-FFF2-40B4-BE49-F238E27FC236}">
                <a16:creationId xmlns:a16="http://schemas.microsoft.com/office/drawing/2014/main" id="{F808F211-A9B3-4DD4-B529-1AF7B93A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7DFF"/>
                </a:solidFill>
              </a:defRPr>
            </a:pPr>
            <a:r>
              <a:rPr sz="1275" b="1">
                <a:solidFill>
                  <a:srgbClr val="4B7DFF"/>
                </a:solidFill>
              </a:rPr>
              <a:t>LEADER / 前車</a:t>
            </a:r>
          </a:p>
        </p:txBody>
      </p:sp>
      <p:sp>
        <p:nvSpPr>
          <p:cNvPr id="9" name="trailer-label">
            <a:extLst xmlns:a="http://schemas.openxmlformats.org/drawingml/2006/main">
              <a:ext uri="{FF2B5EF4-FFF2-40B4-BE49-F238E27FC236}">
                <a16:creationId xmlns:a16="http://schemas.microsoft.com/office/drawing/2014/main" id="{405104E5-4BC3-4492-90F5-54C33E0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506A"/>
                </a:solidFill>
              </a:defRPr>
            </a:pPr>
            <a:r>
              <a:rPr sz="1275" b="1">
                <a:solidFill>
                  <a:srgbClr val="FF506A"/>
                </a:solidFill>
              </a:rPr>
              <a:t>TRAILING / 後続</a:t>
            </a:r>
          </a:p>
        </p:txBody>
      </p:sp>
      <p:sp>
        <p:nvSpPr>
          <p:cNvPr id="10" name="draft-line-1">
            <a:extLst xmlns:a="http://schemas.openxmlformats.org/drawingml/2006/main">
              <a:ext uri="{FF2B5EF4-FFF2-40B4-BE49-F238E27FC236}">
                <a16:creationId xmlns:a16="http://schemas.microsoft.com/office/drawing/2014/main" id="{E902698E-A763-48E6-B2BF-13A2AF23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11" name="draft-line-2">
            <a:extLst xmlns:a="http://schemas.openxmlformats.org/drawingml/2006/main">
              <a:ext uri="{FF2B5EF4-FFF2-40B4-BE49-F238E27FC236}">
                <a16:creationId xmlns:a16="http://schemas.microsoft.com/office/drawing/2014/main" id="{A2D907DC-28E4-4828-89DF-85323C3E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050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12" name="stage-01">
            <a:extLst xmlns:a="http://schemas.openxmlformats.org/drawingml/2006/main">
              <a:ext uri="{FF2B5EF4-FFF2-40B4-BE49-F238E27FC236}">
                <a16:creationId xmlns:a16="http://schemas.microsoft.com/office/drawing/2014/main" id="{941E23A3-F389-4EBF-B4AC-5163385F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6E6"/>
                </a:solidFill>
              </a:defRPr>
            </a:pPr>
            <a:r>
              <a:rPr sz="1650" b="1">
                <a:solidFill>
                  <a:srgbClr val="00E6E6"/>
                </a:solidFill>
              </a:rPr>
              <a:t>01</a:t>
            </a:r>
          </a:p>
        </p:txBody>
      </p:sp>
      <p:sp>
        <p:nvSpPr>
          <p:cNvPr id="13" name="stage-rule-01">
            <a:extLst xmlns:a="http://schemas.openxmlformats.org/drawingml/2006/main">
              <a:ext uri="{FF2B5EF4-FFF2-40B4-BE49-F238E27FC236}">
                <a16:creationId xmlns:a16="http://schemas.microsoft.com/office/drawing/2014/main" id="{14DD0EE4-CCB6-411D-94C9-3EF36CC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14" name="stage-head-01">
            <a:extLst xmlns:a="http://schemas.openxmlformats.org/drawingml/2006/main">
              <a:ext uri="{FF2B5EF4-FFF2-40B4-BE49-F238E27FC236}">
                <a16:creationId xmlns:a16="http://schemas.microsoft.com/office/drawing/2014/main" id="{364774CA-5723-4B64-832C-373CFE3A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E6E6"/>
                </a:solidFill>
              </a:defRPr>
            </a:pPr>
            <a:r>
              <a:rPr sz="1725" b="1">
                <a:solidFill>
                  <a:srgbClr val="00E6E6"/>
                </a:solidFill>
              </a:rPr>
              <a:t>ALIGN / 同じレーン</a:t>
            </a:r>
          </a:p>
        </p:txBody>
      </p:sp>
      <p:sp>
        <p:nvSpPr>
          <p:cNvPr id="15" name="stage-body-01">
            <a:extLst xmlns:a="http://schemas.openxmlformats.org/drawingml/2006/main">
              <a:ext uri="{FF2B5EF4-FFF2-40B4-BE49-F238E27FC236}">
                <a16:creationId xmlns:a16="http://schemas.microsoft.com/office/drawing/2014/main" id="{4014D785-61AD-4B73-B98E-4FBE5DED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A"/>
                </a:solidFill>
              </a:defRPr>
            </a:pPr>
            <a:r>
              <a:rPr sz="1425" b="0">
                <a:solidFill>
                  <a:srgbClr val="F4F7FA"/>
                </a:solidFill>
              </a:rPr>
              <a:t>前車のすぐ後ろへ滑らかに合わせる</a:t>
            </a:r>
          </a:p>
        </p:txBody>
      </p:sp>
      <p:sp>
        <p:nvSpPr>
          <p:cNvPr id="16" name="stage-02">
            <a:extLst xmlns:a="http://schemas.openxmlformats.org/drawingml/2006/main">
              <a:ext uri="{FF2B5EF4-FFF2-40B4-BE49-F238E27FC236}">
                <a16:creationId xmlns:a16="http://schemas.microsoft.com/office/drawing/2014/main" id="{CE6958C8-0AC8-4518-B0D0-E90B6F44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242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34E"/>
                </a:solidFill>
              </a:defRPr>
            </a:pPr>
            <a:r>
              <a:rPr sz="1650" b="1">
                <a:solidFill>
                  <a:srgbClr val="FFD34E"/>
                </a:solidFill>
              </a:rPr>
              <a:t>02</a:t>
            </a:r>
          </a:p>
        </p:txBody>
      </p:sp>
      <p:sp>
        <p:nvSpPr>
          <p:cNvPr id="17" name="stage-rule-02">
            <a:extLst xmlns:a="http://schemas.openxmlformats.org/drawingml/2006/main">
              <a:ext uri="{FF2B5EF4-FFF2-40B4-BE49-F238E27FC236}">
                <a16:creationId xmlns:a16="http://schemas.microsoft.com/office/drawing/2014/main" id="{8BE64C86-C114-4DC7-A5D6-4C8EFFA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E"/>
          </a:solidFill>
          <a:ln xmlns:a="http://schemas.openxmlformats.org/drawingml/2006/main" w="0">
            <a:solidFill>
              <a:srgbClr val="FFD34E"/>
            </a:solidFill>
            <a:prstDash val="solid"/>
          </a:ln>
        </p:spPr>
      </p:sp>
      <p:sp>
        <p:nvSpPr>
          <p:cNvPr id="18" name="stage-head-02">
            <a:extLst xmlns:a="http://schemas.openxmlformats.org/drawingml/2006/main">
              <a:ext uri="{FF2B5EF4-FFF2-40B4-BE49-F238E27FC236}">
                <a16:creationId xmlns:a16="http://schemas.microsoft.com/office/drawing/2014/main" id="{8DABBD53-517D-4617-8A4B-D0F8246B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67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34E"/>
                </a:solidFill>
              </a:defRPr>
            </a:pPr>
            <a:r>
              <a:rPr sz="1725" b="1">
                <a:solidFill>
                  <a:srgbClr val="FFD34E"/>
                </a:solidFill>
              </a:rPr>
              <a:t>HOLD / 約0.5秒</a:t>
            </a:r>
          </a:p>
        </p:txBody>
      </p:sp>
      <p:sp>
        <p:nvSpPr>
          <p:cNvPr id="19" name="stage-body-02">
            <a:extLst xmlns:a="http://schemas.openxmlformats.org/drawingml/2006/main">
              <a:ext uri="{FF2B5EF4-FFF2-40B4-BE49-F238E27FC236}">
                <a16:creationId xmlns:a16="http://schemas.microsoft.com/office/drawing/2014/main" id="{C5EB8492-83E4-42D3-AFEB-F92630F5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57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A"/>
                </a:solidFill>
              </a:defRPr>
            </a:pPr>
            <a:r>
              <a:rPr sz="1425" b="0">
                <a:solidFill>
                  <a:srgbClr val="F4F7FA"/>
                </a:solidFill>
              </a:rPr>
              <a:t>10回の固定更新を維持して成立</a:t>
            </a:r>
          </a:p>
        </p:txBody>
      </p:sp>
      <p:sp>
        <p:nvSpPr>
          <p:cNvPr id="20" name="stage-03">
            <a:extLst xmlns:a="http://schemas.openxmlformats.org/drawingml/2006/main">
              <a:ext uri="{FF2B5EF4-FFF2-40B4-BE49-F238E27FC236}">
                <a16:creationId xmlns:a16="http://schemas.microsoft.com/office/drawing/2014/main" id="{5CC3D515-FABE-4F9D-8CBC-D1B1C37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5D3"/>
                </a:solidFill>
              </a:defRPr>
            </a:pPr>
            <a:r>
              <a:rPr sz="1650" b="1">
                <a:solidFill>
                  <a:srgbClr val="FF35D3"/>
                </a:solidFill>
              </a:rPr>
              <a:t>03</a:t>
            </a:r>
          </a:p>
        </p:txBody>
      </p:sp>
      <p:sp>
        <p:nvSpPr>
          <p:cNvPr id="21" name="stage-rule-03">
            <a:extLst xmlns:a="http://schemas.openxmlformats.org/drawingml/2006/main">
              <a:ext uri="{FF2B5EF4-FFF2-40B4-BE49-F238E27FC236}">
                <a16:creationId xmlns:a16="http://schemas.microsoft.com/office/drawing/2014/main" id="{D6E9717F-EC81-4B08-8717-6E0A319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5D3"/>
          </a:solidFill>
          <a:ln xmlns:a="http://schemas.openxmlformats.org/drawingml/2006/main" w="0">
            <a:solidFill>
              <a:srgbClr val="FF35D3"/>
            </a:solidFill>
            <a:prstDash val="solid"/>
          </a:ln>
        </p:spPr>
      </p:sp>
      <p:sp>
        <p:nvSpPr>
          <p:cNvPr id="22" name="stage-head-03">
            <a:extLst xmlns:a="http://schemas.openxmlformats.org/drawingml/2006/main">
              <a:ext uri="{FF2B5EF4-FFF2-40B4-BE49-F238E27FC236}">
                <a16:creationId xmlns:a16="http://schemas.microsoft.com/office/drawing/2014/main" id="{DB4E3BA2-F02C-4B77-833D-CF4C2DE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35D3"/>
                </a:solidFill>
              </a:defRPr>
            </a:pPr>
            <a:r>
              <a:rPr sz="1725" b="1">
                <a:solidFill>
                  <a:srgbClr val="FF35D3"/>
                </a:solidFill>
              </a:rPr>
              <a:t>RECOVER / BOOST回復</a:t>
            </a:r>
          </a:p>
        </p:txBody>
      </p:sp>
      <p:sp>
        <p:nvSpPr>
          <p:cNvPr id="23" name="stage-body-03">
            <a:extLst xmlns:a="http://schemas.openxmlformats.org/drawingml/2006/main">
              <a:ext uri="{FF2B5EF4-FFF2-40B4-BE49-F238E27FC236}">
                <a16:creationId xmlns:a16="http://schemas.microsoft.com/office/drawing/2014/main" id="{1A5ED4C7-9763-4544-A9FA-276FCA0B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A"/>
                </a:solidFill>
              </a:defRPr>
            </a:pPr>
            <a:r>
              <a:rPr sz="1425" b="0">
                <a:solidFill>
                  <a:srgbClr val="F4F7FA"/>
                </a:solidFill>
              </a:rPr>
              <a:t>成立中は毎更新8回復し車体が高輝度化</a:t>
            </a:r>
          </a:p>
        </p:txBody>
      </p:sp>
      <p:sp>
        <p:nvSpPr>
          <p:cNvPr id="24" name="lower-rule">
            <a:extLst xmlns:a="http://schemas.openxmlformats.org/drawingml/2006/main">
              <a:ext uri="{FF2B5EF4-FFF2-40B4-BE49-F238E27FC236}">
                <a16:creationId xmlns:a16="http://schemas.microsoft.com/office/drawing/2014/main" id="{518B8BE0-4973-4043-ADF0-B0993D72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25" name="near">
            <a:extLst xmlns:a="http://schemas.openxmlformats.org/drawingml/2006/main">
              <a:ext uri="{FF2B5EF4-FFF2-40B4-BE49-F238E27FC236}">
                <a16:creationId xmlns:a16="http://schemas.microsoft.com/office/drawing/2014/main" id="{CA407976-97C6-449F-B7D0-D58E0C7E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6E6"/>
                </a:solidFill>
              </a:defRPr>
            </a:pPr>
            <a:r>
              <a:rPr sz="1350" b="1">
                <a:solidFill>
                  <a:srgbClr val="00E6E6"/>
                </a:solidFill>
              </a:rPr>
              <a:t>NEAR GAP  スリップストリーム</a:t>
            </a:r>
          </a:p>
        </p:txBody>
      </p:sp>
      <p:sp>
        <p:nvSpPr>
          <p:cNvPr id="26" name="large">
            <a:extLst xmlns:a="http://schemas.openxmlformats.org/drawingml/2006/main">
              <a:ext uri="{FF2B5EF4-FFF2-40B4-BE49-F238E27FC236}">
                <a16:creationId xmlns:a16="http://schemas.microsoft.com/office/drawing/2014/main" id="{614F4FBF-B605-4516-8183-DF09CE8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34E"/>
                </a:solidFill>
              </a:defRPr>
            </a:pPr>
            <a:r>
              <a:rPr sz="1350" b="1">
                <a:solidFill>
                  <a:srgbClr val="FFD34E"/>
                </a:solidFill>
              </a:rPr>
              <a:t>LARGE GAP  距離連動回復</a:t>
            </a:r>
          </a:p>
        </p:txBody>
      </p:sp>
      <p:sp>
        <p:nvSpPr>
          <p:cNvPr id="27" name="auto">
            <a:extLst xmlns:a="http://schemas.openxmlformats.org/drawingml/2006/main">
              <a:ext uri="{FF2B5EF4-FFF2-40B4-BE49-F238E27FC236}">
                <a16:creationId xmlns:a16="http://schemas.microsoft.com/office/drawing/2014/main" id="{2F2A72AE-16CE-4605-9EE9-656CE72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865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35D3"/>
                </a:solidFill>
              </a:defRPr>
            </a:pPr>
            <a:r>
              <a:rPr sz="1350" b="1">
                <a:solidFill>
                  <a:srgbClr val="FF35D3"/>
                </a:solidFill>
              </a:rPr>
              <a:t>速度は自動上昇しない</a:t>
            </a:r>
          </a:p>
        </p:txBody>
      </p:sp>
      <p:sp>
        <p:nvSpPr>
          <p:cNvPr id="28" name="tip">
            <a:extLst xmlns:a="http://schemas.openxmlformats.org/drawingml/2006/main">
              <a:ext uri="{FF2B5EF4-FFF2-40B4-BE49-F238E27FC236}">
                <a16:creationId xmlns:a16="http://schemas.microsoft.com/office/drawing/2014/main" id="{D018FBB7-879D-454A-B4DA-44631963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532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高輝度化を確認してからBOOSTで横へ出る。接触距離へ入ると回復は終了する。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4CE917-BA6C-4877-98D1-D5AE35D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00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D125CA4-5041-40D4-A429-5949CDBB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09C"/>
                </a:solidFill>
              </a:defRPr>
            </a:pPr>
            <a:r>
              <a:rPr sz="975" b="1">
                <a:solidFill>
                  <a:srgbClr val="78909C"/>
                </a:solidFill>
              </a:rPr>
              <a:t>WIRE DRIFT RACERS</a:t>
            </a:r>
          </a:p>
        </p:txBody>
      </p:sp>
      <p:sp>
        <p:nvSpPr>
          <p:cNvPr id="3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3C6696-9A0E-4417-A3CF-D9C2B4CB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962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8909C"/>
                </a:solidFill>
              </a:defRPr>
            </a:pPr>
            <a:r>
              <a:rPr sz="975" b="0">
                <a:solidFill>
                  <a:srgbClr val="78909C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20408964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E4B65-3DC5-424E-99EC-5D0A2B71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3E17C-61FC-4108-86FD-BC3C3FF1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3ED1"/>
                </a:solidFill>
              </a:defRPr>
            </a:pPr>
            <a:r>
              <a:rPr sz="1125" b="1">
                <a:solidFill>
                  <a:srgbClr val="FF3ED1"/>
                </a:solidFill>
              </a:rPr>
              <a:t>PART 2 / FINAL TACTICS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59833-4EC4-4F92-8E3D-BBACBD6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4E8C6-86D2-44C0-BB0D-589A5E5F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追いついた瞬間が、最大の逆転機会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BC456-CAA4-428C-BDF6-1513E2C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048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69D07-7A76-474C-BF9F-E233292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265"/>
                </a:solidFill>
              </a:defRPr>
            </a:pPr>
            <a:r>
              <a:rPr sz="1575" b="1">
                <a:solidFill>
                  <a:srgbClr val="FF5265"/>
                </a:solidFill>
              </a:rPr>
              <a:t>内側を取る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54EEA-F196-4822-8628-12165AC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追いついたら内側から外へ押し出す。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A7B51-3E55-44CF-B88A-ECD980BE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85950"/>
            <a:ext cx="3048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43814-4B88-4B78-9E20-4BCD05D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648BFF"/>
                </a:solidFill>
              </a:defRPr>
            </a:pPr>
            <a:r>
              <a:rPr sz="1575" b="1">
                <a:solidFill>
                  <a:srgbClr val="648BFF"/>
                </a:solidFill>
              </a:rPr>
              <a:t>CPUの休止を見る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1550E-AAC3-462A-A56E-A76465E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CPUのBOOST終了後に自分の加速を重ねる。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89050-C1D6-424E-9B68-62DCA6D2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3048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D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62436-F231-4C10-A2E7-A02E11F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D35A"/>
                </a:solidFill>
              </a:defRPr>
            </a:pPr>
            <a:r>
              <a:rPr sz="1575" b="1">
                <a:solidFill>
                  <a:srgbClr val="FFD35A"/>
                </a:solidFill>
              </a:rPr>
              <a:t>LEVEL 4-5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8D3FC-C90E-4E3F-81B4-04051E13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速度勝負を避け、ゲート放棄・壁際タックル・追走回復を組み合わせる。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0C3EE-DBAE-48EA-9953-6F357CF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F2EA"/>
                </a:solidFill>
              </a:defRPr>
            </a:pPr>
            <a:r>
              <a:rPr sz="2025" b="1">
                <a:solidFill>
                  <a:srgbClr val="35F2EA"/>
                </a:solidFill>
              </a:rPr>
              <a:t>2 PLAYERS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F3C40-8B67-4E3B-8966-DCD8907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BE6B8-12C1-491A-9892-AD76391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同時押しが多いときはゲームパッド2台を推奨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EBBC6-6598-482D-9FC7-A23ABB7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C79E4-2B64-4DFF-B1D4-B5C9739D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相手のBOOSTが満タンならゲートよりタックルが有効な場合もある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864C3-D8AE-4A9C-B5E0-39BEC96B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0940B-8E99-4E23-BA69-49BA6D3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3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同じ更新でゴールすればDEAD HEAT。最後のラインまで走り切る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48AED-3E7C-4B04-A992-8189B35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19900"/>
            <a:ext cx="10058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0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D36FF-9269-455C-9AE0-B2A532B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3FBFF"/>
                </a:solidFill>
              </a:defRPr>
            </a:pPr>
            <a:r>
              <a:rPr sz="1350" b="1">
                <a:solidFill>
                  <a:srgbClr val="F3FBFF"/>
                </a:solidFill>
              </a:rPr>
              <a:t>P1  W/S SPEED  A/D DRIFT  Q BOOST  E BRAKE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3FBFF"/>
                </a:solidFill>
              </a:defRPr>
            </a:pPr>
            <a:r>
              <a:rPr sz="1350" b="1">
                <a:solidFill>
                  <a:srgbClr val="F3FBFF"/>
                </a:solidFill>
              </a:rPr>
              <a:t>P2  CURSOR SPEED/DRIFT  N BOOST  M BRAKE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7D1D0-B5DB-4033-AF1C-AC818B79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3ED1"/>
                </a:solidFill>
              </a:defRPr>
            </a:pPr>
            <a:r>
              <a:rPr sz="1650" b="1">
                <a:solidFill>
                  <a:srgbClr val="FF3ED1"/>
                </a:solidFill>
              </a:rPr>
              <a:t>GOOD LUCK, RACER.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12732-A600-4B80-B611-5C4BE0C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1248A-6A21-4847-A687-053B222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7A501-60BD-4ED4-8042-A1D6180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6224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2026-08-26T06:48:52.9550000Z</dcterms:created>
  <dcterms:modified xsi:type="dcterms:W3CDTF">2026-08-26T06:48:52.9550000Z</dcterms:modified>
</coreProperties>
</file>