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b3e084b0f84fc9" /><Relationship Type="http://schemas.openxmlformats.org/officeDocument/2006/relationships/extended-properties" Target="/docProps/app.xml" Id="Rf6acd684d7f14cdb" /><Relationship Type="http://schemas.openxmlformats.org/officeDocument/2006/relationships/officeDocument" Target="/ppt/presentation.xml" Id="R18ecee05d4334d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0fa6c871ca4544"/>
  </p:sldMasterIdLst>
  <p:notesMasterIdLst>
    <p:notesMasterId xmlns:r="http://schemas.openxmlformats.org/officeDocument/2006/relationships" r:id="R59d26270eb714c96"/>
  </p:notesMasterIdLst>
  <p:sldIdLst>
    <p:sldId xmlns:r="http://schemas.openxmlformats.org/officeDocument/2006/relationships" id="256" r:id="Ra42d7f807af84f89"/>
    <p:sldId xmlns:r="http://schemas.openxmlformats.org/officeDocument/2006/relationships" id="257" r:id="R89862dbd38264fe6"/>
    <p:sldId xmlns:r="http://schemas.openxmlformats.org/officeDocument/2006/relationships" id="258" r:id="R211d66aaafe74869"/>
    <p:sldId xmlns:r="http://schemas.openxmlformats.org/officeDocument/2006/relationships" id="259" r:id="Ra088571ae88d44e0"/>
    <p:sldId xmlns:r="http://schemas.openxmlformats.org/officeDocument/2006/relationships" id="260" r:id="R6215331884f74c63"/>
    <p:sldId xmlns:r="http://schemas.openxmlformats.org/officeDocument/2006/relationships" id="261" r:id="R24bf4456b8a74f50"/>
    <p:sldId xmlns:r="http://schemas.openxmlformats.org/officeDocument/2006/relationships" id="262" r:id="R6cbb75075f314ff9"/>
    <p:sldId xmlns:r="http://schemas.openxmlformats.org/officeDocument/2006/relationships" id="263" r:id="Rb58ca626a0dc418f"/>
    <p:sldId xmlns:r="http://schemas.openxmlformats.org/officeDocument/2006/relationships" id="264" r:id="R4a0182e6b4ed472d"/>
    <p:sldId xmlns:r="http://schemas.openxmlformats.org/officeDocument/2006/relationships" id="265" r:id="Ra668702f5b284b6e"/>
    <p:sldId xmlns:r="http://schemas.openxmlformats.org/officeDocument/2006/relationships" id="266" r:id="R5bbc9d87f4ed46d7"/>
    <p:sldId xmlns:r="http://schemas.openxmlformats.org/officeDocument/2006/relationships" id="267" r:id="Re70d0661a8e6482a"/>
    <p:sldId xmlns:r="http://schemas.openxmlformats.org/officeDocument/2006/relationships" id="268" r:id="Red24902707a343a4"/>
    <p:sldId xmlns:r="http://schemas.openxmlformats.org/officeDocument/2006/relationships" id="269" r:id="R55c0c9c9ed644f59"/>
    <p:sldId xmlns:r="http://schemas.openxmlformats.org/officeDocument/2006/relationships" id="270" r:id="Rf074dbe2b11b496a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aa98faf9fa4883" /><Relationship Type="http://schemas.openxmlformats.org/officeDocument/2006/relationships/slideMaster" Target="/ppt/slideMasters/slideMaster1.xml" Id="R330fa6c871ca4544" /><Relationship Type="http://schemas.openxmlformats.org/officeDocument/2006/relationships/notesMaster" Target="/ppt/notesMasters/notesMaster1.xml" Id="R59d26270eb714c96" /><Relationship Type="http://schemas.openxmlformats.org/officeDocument/2006/relationships/presProps" Target="/ppt/presProps.xml" Id="R6814c449358e4b83" /><Relationship Type="http://schemas.openxmlformats.org/officeDocument/2006/relationships/tableStyles" Target="/ppt/tableStyles.xml" Id="Rb77b64155fef44b7" /><Relationship Type="http://schemas.openxmlformats.org/officeDocument/2006/relationships/slide" Target="/ppt/slides/slide1.xml" Id="Ra42d7f807af84f89" /><Relationship Type="http://schemas.openxmlformats.org/officeDocument/2006/relationships/slide" Target="/ppt/slides/slide2.xml" Id="R89862dbd38264fe6" /><Relationship Type="http://schemas.openxmlformats.org/officeDocument/2006/relationships/slide" Target="/ppt/slides/slide3.xml" Id="R211d66aaafe74869" /><Relationship Type="http://schemas.openxmlformats.org/officeDocument/2006/relationships/slide" Target="/ppt/slides/slide4.xml" Id="Ra088571ae88d44e0" /><Relationship Type="http://schemas.openxmlformats.org/officeDocument/2006/relationships/slide" Target="/ppt/slides/slide5.xml" Id="R6215331884f74c63" /><Relationship Type="http://schemas.openxmlformats.org/officeDocument/2006/relationships/slide" Target="/ppt/slides/slide6.xml" Id="R24bf4456b8a74f50" /><Relationship Type="http://schemas.openxmlformats.org/officeDocument/2006/relationships/slide" Target="/ppt/slides/slide7.xml" Id="R6cbb75075f314ff9" /><Relationship Type="http://schemas.openxmlformats.org/officeDocument/2006/relationships/slide" Target="/ppt/slides/slide8.xml" Id="Rb58ca626a0dc418f" /><Relationship Type="http://schemas.openxmlformats.org/officeDocument/2006/relationships/slide" Target="/ppt/slides/slide9.xml" Id="R4a0182e6b4ed472d" /><Relationship Type="http://schemas.openxmlformats.org/officeDocument/2006/relationships/slide" Target="/ppt/slides/slide10.xml" Id="Ra668702f5b284b6e" /><Relationship Type="http://schemas.openxmlformats.org/officeDocument/2006/relationships/slide" Target="/ppt/slides/slide11.xml" Id="R5bbc9d87f4ed46d7" /><Relationship Type="http://schemas.openxmlformats.org/officeDocument/2006/relationships/slide" Target="/ppt/slides/slide12.xml" Id="Re70d0661a8e6482a" /><Relationship Type="http://schemas.openxmlformats.org/officeDocument/2006/relationships/slide" Target="/ppt/slides/slide13.xml" Id="Red24902707a343a4" /><Relationship Type="http://schemas.openxmlformats.org/officeDocument/2006/relationships/slide" Target="/ppt/slides/slide14.xml" Id="R55c0c9c9ed644f59" /><Relationship Type="http://schemas.openxmlformats.org/officeDocument/2006/relationships/slide" Target="/ppt/slides/slide15.xml" Id="Rf074dbe2b11b49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680171a3f54f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3df20fc8cf4c4e" /><Relationship Type="http://schemas.openxmlformats.org/officeDocument/2006/relationships/notesMaster" Target="/ppt/notesMasters/notesMaster1.xml" Id="Ra2638068b04844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8b679118e74007" /><Relationship Type="http://schemas.openxmlformats.org/officeDocument/2006/relationships/notesMaster" Target="/ppt/notesMasters/notesMaster1.xml" Id="R7036eb6469164f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fd2324084f4f04" /><Relationship Type="http://schemas.openxmlformats.org/officeDocument/2006/relationships/notesMaster" Target="/ppt/notesMasters/notesMaster1.xml" Id="R764db575f4bf4f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e11b2dd50b4efc" /><Relationship Type="http://schemas.openxmlformats.org/officeDocument/2006/relationships/notesMaster" Target="/ppt/notesMasters/notesMaster1.xml" Id="R8287b16fd6194d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6bf051e7ac4dba" /><Relationship Type="http://schemas.openxmlformats.org/officeDocument/2006/relationships/notesMaster" Target="/ppt/notesMasters/notesMaster1.xml" Id="R9b500aae6e6e4f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6d0543961d493d" /><Relationship Type="http://schemas.openxmlformats.org/officeDocument/2006/relationships/notesMaster" Target="/ppt/notesMasters/notesMaster1.xml" Id="R1d9c896b1b4643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b6a995aa2f426e" /><Relationship Type="http://schemas.openxmlformats.org/officeDocument/2006/relationships/notesMaster" Target="/ppt/notesMasters/notesMaster1.xml" Id="R683af02ed38e4c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8e196278464504" /><Relationship Type="http://schemas.openxmlformats.org/officeDocument/2006/relationships/notesMaster" Target="/ppt/notesMasters/notesMaster1.xml" Id="R3823f0068bb345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3f642966e104548" /><Relationship Type="http://schemas.openxmlformats.org/officeDocument/2006/relationships/notesMaster" Target="/ppt/notesMasters/notesMaster1.xml" Id="Re306c1f79e1446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62f32cd76543e0" /><Relationship Type="http://schemas.openxmlformats.org/officeDocument/2006/relationships/notesMaster" Target="/ppt/notesMasters/notesMaster1.xml" Id="R38ed3b1d59414e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df83d552cc4493" /><Relationship Type="http://schemas.openxmlformats.org/officeDocument/2006/relationships/notesMaster" Target="/ppt/notesMasters/notesMaster1.xml" Id="R5d6af3ad4c0843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d150c6056242e3" /><Relationship Type="http://schemas.openxmlformats.org/officeDocument/2006/relationships/notesMaster" Target="/ppt/notesMasters/notesMaster1.xml" Id="R6f119179aa2846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68c60512c744df" /><Relationship Type="http://schemas.openxmlformats.org/officeDocument/2006/relationships/notesMaster" Target="/ppt/notesMasters/notesMaster1.xml" Id="R3e26586b513648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d30df7f94c4b52" /><Relationship Type="http://schemas.openxmlformats.org/officeDocument/2006/relationships/notesMaster" Target="/ppt/notesMasters/notesMaster1.xml" Id="R1a186998008b42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d50ac8d85f427c" /><Relationship Type="http://schemas.openxmlformats.org/officeDocument/2006/relationships/notesMaster" Target="/ppt/notesMasters/notesMaster1.xml" Id="R8ec44a35fd4143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cc0da4cae40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00f6ae09aa49d4" /><Relationship Type="http://schemas.openxmlformats.org/officeDocument/2006/relationships/slideLayout" Target="/ppt/slideLayouts/slideLayout1.xml" Id="R59fce74857f448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fce74857f448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e8074560f42d5" /><Relationship Type="http://schemas.openxmlformats.org/officeDocument/2006/relationships/notesSlide" Target="/ppt/notesSlides/notesSlide1.xml" Id="Re56699abaa5343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a674ad79f44bd" /><Relationship Type="http://schemas.openxmlformats.org/officeDocument/2006/relationships/notesSlide" Target="/ppt/notesSlides/notesSlide2.xml" Id="R1b69027e7c5c40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99292f7ea4b08" /><Relationship Type="http://schemas.openxmlformats.org/officeDocument/2006/relationships/notesSlide" Target="/ppt/notesSlides/notesSlide3.xml" Id="R2f820378a8ba4c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d10f9f1484bd7" /><Relationship Type="http://schemas.openxmlformats.org/officeDocument/2006/relationships/notesSlide" Target="/ppt/notesSlides/notesSlide4.xml" Id="Rcfa6fed763d240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49aa8fb854a0f" /><Relationship Type="http://schemas.openxmlformats.org/officeDocument/2006/relationships/notesSlide" Target="/ppt/notesSlides/notesSlide5.xml" Id="R6332ea1733ae49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d2e29741e4037" /><Relationship Type="http://schemas.openxmlformats.org/officeDocument/2006/relationships/notesSlide" Target="/ppt/notesSlides/notesSlide6.xml" Id="Rb52ea361bd1445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c91063a984249" /><Relationship Type="http://schemas.openxmlformats.org/officeDocument/2006/relationships/notesSlide" Target="/ppt/notesSlides/notesSlide7.xml" Id="R0be6c957e64940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a746efe9f409b" /><Relationship Type="http://schemas.openxmlformats.org/officeDocument/2006/relationships/notesSlide" Target="/ppt/notesSlides/notesSlide8.xml" Id="R617636df972c49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43a8937c04a5c" /><Relationship Type="http://schemas.openxmlformats.org/officeDocument/2006/relationships/notesSlide" Target="/ppt/notesSlides/notesSlide9.xml" Id="R206f8800515448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813264aca401f" /><Relationship Type="http://schemas.openxmlformats.org/officeDocument/2006/relationships/notesSlide" Target="/ppt/notesSlides/notesSlide10.xml" Id="R12b0e6801c9d4a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d7aa3e59c4a35" /><Relationship Type="http://schemas.openxmlformats.org/officeDocument/2006/relationships/notesSlide" Target="/ppt/notesSlides/notesSlide11.xml" Id="R602b72aa7b7f45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bc696fbed4e31" /><Relationship Type="http://schemas.openxmlformats.org/officeDocument/2006/relationships/notesSlide" Target="/ppt/notesSlides/notesSlide12.xml" Id="Rbedb7fa5ed874e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35e8239cf4f8b" /><Relationship Type="http://schemas.openxmlformats.org/officeDocument/2006/relationships/notesSlide" Target="/ppt/notesSlides/notesSlide13.xml" Id="R2a68ecbbb7f340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daa2fc4c34434" /><Relationship Type="http://schemas.openxmlformats.org/officeDocument/2006/relationships/notesSlide" Target="/ppt/notesSlides/notesSlide14.xml" Id="R554331b90d294b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b9aeb9f5a4eff" /><Relationship Type="http://schemas.openxmlformats.org/officeDocument/2006/relationships/notesSlide" Target="/ppt/notesSlides/notesSlide15.xml" Id="R74aafd417fb143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941A4-21BC-4D4C-9292-C5170C7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A8BD-1002-4F94-AD73-08CB883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JAPANESE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B9F77-7925-457F-B94B-59D7330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0A415-B85A-4A71-9A1A-F2A3DEC3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44ACF-69C9-4CD6-99CF-EA6B4E0D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ワイヤーフレーム・バトルレース 取扱説明書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FC53-8E26-4D39-99BA-F740E61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D90CE-39D8-40D6-A99A-C48FDD0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9E34-72A3-4E84-BED3-F7F5D18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A2039-A938-4FA5-8699-9A99C517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A50F8-E244-4C3D-A754-697CC38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703D-E2FE-4158-B1D4-86BD836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8CB1B-2D47-493D-8604-BCA5066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A72E-8EEE-4E2B-A6F4-48101776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D65B9-282F-4B18-AF21-72F4392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19E6-C70D-4F25-BF9F-F7C1C69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A89C7-B919-4B96-AF1A-CD82A5BF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84B-E573-4C42-9FFF-B336E2E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B8162-0B7A-4D3A-9A95-13F1BA3C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2637F-F2C6-4F95-AEED-5DAE959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F83EA-FF84-4BD9-92B3-847DF62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E227D-1264-4A90-B0E9-3D50C52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7481F-64D9-43A4-A5C5-4EAC9210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2F5E9-06EE-479B-8790-B228B42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2A314-D8CA-4DC4-8719-E3E2A6F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5E295-7340-4976-8C42-636C9026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F1A5E-6225-4815-8C22-1A0E431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3周。2台。勝者はひとり。</a:t>
            </a:r>
          </a:p>
        </p:txBody>
      </p:sp>
    </p:spTree>
    <p:extLst>
      <p:ext uri="{BB962C8B-B14F-4D97-AF65-F5344CB8AC3E}">
        <p14:creationId xmlns:p14="http://schemas.microsoft.com/office/powerpoint/2010/main" val="1603735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7D118D-35F4-46FD-A2C0-88B2D74D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90D7-1338-465E-8CA0-7B059702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89BFC-2444-4C0D-AE95-788B29B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7DCC0-0CAB-4871-AD66-D61C574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光のリングで、3周だけの戦いが始まる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BAAF1-DED0-424A-8BF0-4F35098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西暦2088年。巨大都市の上空に、道路もマシンも光の線だけで形作られた新競技『WIRE DRIFT』が誕生した。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BD996-5965-4CFB-B649-C11E62D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9568-D20A-4F0B-9B88-53A307E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AE8E3-F557-44C9-9B95-9E8892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5B1C2-FFA6-4A31-920D-7945813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B860-E502-41B9-BA1A-C28EF271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B7971-B052-4084-BAE3-072733B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813C6-B318-40AF-AE3A-2EF28CE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26A81-CC2F-4B9C-9639-A65FFB0F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97DFA-5FFB-4596-AE93-EC02CDCC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7DB9-CC98-4EAD-8863-50209B1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最速ラインだけでは勝てない。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BDBBC-31D2-4B52-A4A1-911524B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3DBE2-2BEF-4510-8D1A-C4345341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75F56-9C03-41AE-AC8B-705F33A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ブーストを生むゲートへ飛び込め。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E1314-BAFF-449C-A4F7-39444027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E20AD-D0DA-43DC-83B2-CB27D75D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611-E6B9-4EFD-BE02-8B6455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接近戦はドリフトタックルで決める。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9ACC6-5BC3-4D3A-9068-26EC902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D10F4-0632-4731-9127-13302BB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81004A-C73D-4E41-BCBF-5D7B5CE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CE5A6D-7FC2-4E70-ADAB-7853752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FCAA4-3627-42C7-B0F9-D85E40C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CEF0-7C9A-44C8-983B-D4AA24A4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2DA07-13E3-402A-8D97-4561087B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A9683-EB5C-45FC-8988-9E24EE5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167092-ABCF-4909-80C5-221F5340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C5538-7954-481C-9A4A-662FE916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D0B83-182D-4D40-8EC8-37CA23D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25B6-5B89-445D-A2A3-41795DD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A9AC0-CC64-401A-8314-827584E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BAE1C-EC03-415B-BA08-3A292DBC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A46CA-00AC-41DD-9DAD-5B5BDE9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6722CF-05EA-45E2-8B42-3CEB908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C898A-D808-4DE0-85C9-868E0BB9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0D6BD4-2C7A-4C95-A03B-C2072BE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30EAF-CD18-42E5-B1B3-EBFC1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3DEF7-8087-474B-AFE5-FAE1B536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36246-4037-4042-96D0-FBEA118F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B125FF-D6CD-47B1-91F0-30436F6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0ED104-B929-4C00-8B0C-1E3110E4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4B0BA4-79D4-4780-9C1E-3662F1F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77EC7-658A-49F6-AC0E-38F143B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69813-60F7-462C-B548-27D799E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1A2A9D-D0FB-444D-B693-B53BEC8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4240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0F03C7-1981-4127-9982-1EE4991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08D10-5293-41B2-B58C-58E63E5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5BB32-8ED8-4DF5-9D9F-72EC29F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1743D-A960-48D5-AB92-9B1ED87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先に3周すれば勝利。ただし最後まで逆転できる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829C2-4783-4D35-A0DF-9D6E15F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EF2F2-7BC5-43E5-A7CD-3195DA4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BBF87-1C40-49AD-8AE5-F0E8540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0CF43-7E62-4342-B6F6-44F997B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A73F-58C3-4D92-8685-C18F325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59E5B-5B2E-4C86-9DB7-ED971D3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D5250-FF7E-4FE6-AFAF-7A5C25B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ED34A-556D-40CA-94B6-F725AA4E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117E-251A-49CA-B46B-3D01927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1127C-D533-40F9-B0C1-410A1C6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2EEE9-CD98-42ED-A1A3-EF9D58E9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E8D74-6D70-4F58-9831-A3FE257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赤いP1マシンで青いCPUと対戦。CPU LEVELは1〜5。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CAD70-AEAB-4B16-85E3-3B912D8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E7D00-344F-4017-9496-476530C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2FF57-B9EF-499A-A2AA-981825A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1台のX68000で2人同時対戦。パッド2台にも対応。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CF67E-6947-425B-9F53-8D4BB9B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93474-0939-4258-B951-0E778E9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11B85-17DB-40CC-ADB2-E4E76B7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同じ20 Hz物理更新で3周へ到達すると引き分け。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6B1BF-08BF-424E-B6F6-4F60959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9B4A5-7738-41A8-891B-633704E2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42757-AB8A-44F3-908E-9110058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1412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C9EA0-94EB-40D7-96BE-F881F05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F63E0-3B42-4287-BD87-BE1E2F60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830BF-A037-4F9C-81E7-848A0B3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4243-495A-497B-9F36-0720429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タイトルからSTARTまで、迷わない3ステップ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9A205-7006-4B7E-91F5-464939D3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EB65C-ED68-4DE9-AEC7-F4140C73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モード選択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DA45C-089D-4015-BE81-5677DC1C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A3A4-351D-48E1-9023-3949B80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DB923-7B9F-47C6-BB07-342C019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199F-F509-47DD-8518-073C753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C4E5-1942-4471-AC81-F791F9B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4DD9B-0938-40D8-9477-B42578F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6D447-683A-44D5-9C14-67DBE9B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7E017-7E04-4DBC-9504-7DABA1C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21534-23F5-4840-A611-F7C545D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READY 3 2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9688-37AD-490F-BAE3-12105D0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50E33-BBB6-4624-86A5-2C0C3CD7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5C3C-BB81-44DF-9720-A9947DB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724959-2B31-4524-915B-FE8AB281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B0684-DBBE-4B18-8B17-335AE66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5B4F-4B10-4E66-8381-DC29FD8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上下で1P / 2Pを選択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CC57F-2867-4875-843B-29B0353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99FF4-21D4-4B46-8919-F0B8A2A3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1C3FF-5A49-4925-963C-361C17C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左右でCPU LEVELを変更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570E26-1BA6-4D0C-82C9-7F6D68E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7DAFB-FBD1-4097-BD35-407FCF6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4243A-02E8-41BA-84C5-0A44F4AB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SPACEまたはパッド1ボタンで決定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DEB34-75C7-4E78-8CAF-F9CE004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9B6D8-6A4E-4683-8A08-E4747E9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005A2-8ED0-4A4A-B2DB-8C53732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無操作時はDEMO REPLAYへ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19C25-1B56-434E-84A2-71C4201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9EBE9-7F3A-43F1-8D6D-143BA2F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321084-FF1E-4608-83DF-A442C9DF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6296252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5D83B-C7A5-40EB-A600-7FD3F25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02ECA-62EA-450C-A9FB-93F6DBE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86E2-A317-4DF1-8D4A-C1E66D92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D30-54D7-436C-9BEC-C6B32C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操作は2人分を左右に分けて覚える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2C8C5-6533-4083-A656-20D3C4CF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D391-271C-4F33-A80F-0DEDB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3BFA-9579-44FF-919B-677E1C0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BE8D-EE01-49C9-BA7C-9AE9B875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48B7-0606-46F9-94FB-66B6F8C9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F6E00-0E85-409A-A164-34309261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D799-A310-4AAD-93CC-A27CA5B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6FEA-960B-4888-A012-326AF9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2E0A-427E-4C52-B6FB-B9C02E9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771F-C2C2-453A-B593-61E9F2C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822CE-8317-4381-8DDA-02409ACE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A・D / PAD ←→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A1EED-975A-4559-BE97-48977D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12239-4584-4952-AE13-E2D3275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09CCA-85D2-4BEB-93A4-8C6F0E8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B551-CF3D-4BA3-9D26-933CD8A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81D8D-8A71-4A09-98FA-A1C1F630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22FF7-67E8-4AF5-A237-C98AFCE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D4FD6-4880-4008-9E7E-CD79EFF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A4DFB-3ACF-487E-9C71-A2585D5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B02E7-4DCF-4B40-ADDD-3235C94B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F4FFA-00CD-4C6F-891F-24EA96B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E9578-1864-4562-912A-78D8CA7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C0527-9611-48CB-BA5A-DA212A9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3A069-8609-4E44-891C-446AE5A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388-7A9C-4589-8F30-B9C9933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CDD68-BD6F-451F-958F-DD583B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971FC5-C391-4F5C-8152-38243D1B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35BF3A-BF8A-4439-962D-23FEC546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←→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B88CC-322A-4D25-B001-16353485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0F6851-D1C8-4F39-8A57-FF9D0FB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3EE97-9E1B-48BD-836A-4167B0B0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60B4EC-BEB8-4D0E-ABC5-C1F22279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AEAEB-9EBD-436B-B920-782463E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8D286A-1315-4582-835A-B42423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56E499-2AC8-44A7-85F1-D1C737D7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75B73E-2519-4BFF-9C1D-5C81BAE1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レース中はタイトルへ戻る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BF4FD-3AC3-46F0-A19D-63FCFC9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7ED388-D8C5-4F5C-A03C-E00CA18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48541-ACC8-4C1D-B541-DB6EF57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819738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C3F2F6-1FE9-4F1E-8317-D80DA64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36E03-6235-4CD5-969F-980F98A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B621-0B40-4EDE-AED7-6E2DE50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36257-14C5-45A9-A11B-65DE5A9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HUDを見れば、次の一手がわかる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9E9FB-25AE-4D97-AA77-455B4169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D4BB3-361A-4DE8-85EF-4E9BB4E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7FAC3-5383-46E6-BD70-B84DE1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95D-7311-40A8-B66E-BB3A7F9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FCC0-9B26-46B3-B9DD-35CB7CFA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CEA69-56EE-4B9C-9BEA-74C6251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077FB-871D-4015-A899-DBFA2D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2655-37F8-4C54-9B28-16A395A9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285D-3202-48E0-A26E-FD03536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B86B-8509-4B51-8E6B-DC34CF8B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65372-C3EE-4070-AF47-44C96E5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1A7E-2EDF-46ED-816B-D2F8CC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C42A3-8FA4-4078-9C31-A999A6E7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ECD84-76E4-4BAA-8F62-EC83C918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D998B-F314-4D80-AA53-1954B41E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5E219-C699-4DCF-AC38-8CDDBE3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E525A-3B59-4E5C-A429-448C0530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0413F-205D-448F-8AA4-A99DB22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3A7B1-9E6A-4FC5-ADAF-E37358DE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5DF1A-836A-4D37-95E9-72B8AAEF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D7A0B-75B8-45AF-B606-0B6189C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D4DC5-7590-43E3-A280-FF8BAFD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FA5FF-2116-484C-8519-B284BCC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71567-B1AA-4645-9031-A18E05D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EA899-3C01-4F68-9743-8A2BC94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B2F98-61E0-4DA4-BF33-59E263D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6A9021-9A4A-4DE1-928A-9F9ABC8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D78F5-B541-403C-B0BF-455AAA9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周回数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EF37B-C878-4F5E-905F-FE4C99A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32A7C-E040-4852-B186-09E0DB25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8段階BOOST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0CAB9-7562-44A0-BDC2-5E35A7F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EE86B-B066-4F82-8F40-EEC8B23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アクティブゲート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04C16-248C-41D3-9280-6E20C17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D1C063-3706-4E18-84D5-7A430E8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赤=P1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18AFBA-DF43-46F8-8305-622041AF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7B6D0-04D0-48C8-B26B-C5D9D81B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青=P2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7B8F87-A118-433D-9D77-C3458A08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ACB142-9CBF-4E1C-ACD1-223418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9904DE-2C53-4DA5-A780-DB1A5D3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D806F1-ABFA-4F1F-9DE0-18EBBAF2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712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7D222-E63D-49E6-9BC2-83EB19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F244-0899-469E-BECE-2ED9366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69CA-7C3B-45C4-8495-208939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39EE7-E777-4D57-A401-244C40B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レースを決める4つのルール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FA73B-BD62-4DEA-B5B5-41EEF58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20B29-96B0-4745-8870-E4D3F793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45D8-272F-4D82-A7E4-E6FFD73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スタートラインを正方向へ通過すると周回が進む。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2AA49-51EC-4AC8-B3E5-2CDCA974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3462-6D5A-429E-912C-6721A348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BC6D8-3D42-46FA-A645-7A86AE4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勝者と両車の周回数を表示。約5秒後にタイトルへ。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F44E3-76B9-4118-BA04-EEEA88F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B0910-392E-4883-8D98-16D1204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FA3B-9190-4923-BAA2-DC56C34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ゴール時の入力を離すまで復帰タイマーは開始しない。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4B27D-B637-456D-8F12-347BC2E8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1A5AD-E659-47D1-A3F1-BE66122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E95B5-FFC0-462D-9299-CCA0BB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レース中はタイトルへ戻る。タイトルでは終了しない。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51E1C-88B9-48ED-9BEC-038E5A6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55E00-E30E-437E-97D0-FDD03E8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40811-78E6-487B-AD45-69ABEF8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90488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F1902-C305-4F35-8F4B-DBE66974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2DB93-C888-4EED-8AA4-72DB72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C451F-812E-48D5-A348-ED0E941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A32A1-E922-40D4-BA41-B14AE8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ゲートとブーストが、レースラインを変える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F57A1-9AC9-40EB-9BEC-E72CDFE1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E8BE4-8844-4AF8-81CB-51A6F6F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5A33-D4CD-48B6-AA29-F2C26484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7C845-3A39-4B5C-B1BE-E4941B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E09E8-3FAE-4009-89EA-5302DB4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57D1A-B8CD-4988-A683-F99587E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2B989-75C7-4D1A-8D60-7466C22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79120-ADD2-4796-B8A6-7AE5489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5F682-B6A4-4D7F-BA69-5E09D67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96A13-76A1-4831-94DD-CFBAAF2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17D7AE-23C4-4B0D-8BD7-BC828C0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9E24D-B241-4032-8462-129C411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7263-B1F3-469F-969B-F7A68B2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597CC-36AA-41B0-ACCF-3C4B9D4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通常最高速320を超え、最高速512・加速度32で加速。使用中は車体が高輝度化し、ゲージが減る。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EF447-3B7A-44BE-BD99-02AA9E6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573E3-1097-4AA3-8B15-491EF17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A603D-F3B7-49FF-932D-428305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28C93-9CA7-4171-BA78-33D6012A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4888A-9C1F-43A8-B1C7-A2927F27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A44C18-035A-4C75-A82C-C7A0C29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8DD3C-0A19-47F8-824E-3B47AAC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3つのゲートは内・中・外のいずれかで点灯。先着でブースト回復。取得後は約3秒消灯する。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639E2-FFCF-4ECD-AA31-B09B56D6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ED5B0-2299-4B7B-AA64-1D13E89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C14EB-F319-49F1-B839-C22725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901006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8527A-77FD-420B-9902-04D97C9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E3CDC-8B52-48F5-A05E-72F1F936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D8B-C5B3-498A-9213-35A498D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F8393-AA5A-4F0F-8B87-3F2A2921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接触は事故ではない。逆転の武器になる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49B38-33DF-4D58-968B-A75C61BB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AFB0-44FC-44C5-A192-3C781433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CF114-6B89-4193-ABBF-DB4AD036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F5E8-C0E9-4959-B1D9-E764B99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B1BC-6625-4D43-9A66-16798927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77000-09F5-49A0-9E33-464F7242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2CF3-6F45-44FC-976B-7DF6BE0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相手へ向かってドリフトしながら接触すると押し出せる。壁際では追加減速。ただし攻撃側も少し失速する。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87A30-DE4F-4AD4-9372-25A88661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E6325-CD0A-43FC-8681-64A6E2D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27AEF-89A4-4FB5-A5CF-9018DF2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2A75-3947-4EB1-9BDE-AF65D94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A48B4-2B55-4199-99D2-33BAC6AB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D9D63-C689-48EB-A305-6AEE158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D2B49-A0CF-4735-BD89-629D1C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20612-80A7-44DA-8316-BFFEE84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39CFA-9225-4BE9-98AF-ACCC0EC9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B266-27AC-426D-92C5-D52866A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AFFB0-AC4B-4EEA-8508-02DDE09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01F23-AD7C-4649-A8B7-4F711645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47D993-F725-4F79-89EB-29C683F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FE2EC-BC6F-4EC1-9F11-C666198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A1DFD-EB43-41EF-AD66-3FDCA279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668B-DD73-4B3A-8E6C-BE85B48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2D1B-33A2-4B6F-8CFE-A64E1471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2718-A39B-42CA-B5D8-FC449C5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120213-B8FA-4CA7-A8B3-C2E0A0C7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差が開くと後続車のBOOSTが徐々に回復する。自動加速ではないため、使う場所はドライバーが決める。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643204-B95D-4990-BB5B-CCED31F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63AB59-BD7F-47BC-84C9-D627D96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同じ物理。違う判断速度。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29B5B4-7ADA-4A36-898E-5DC5B02E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0820C-0AFD-4376-8C98-3D0AD8E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E9C09-95A8-44D0-BE4D-DC256E87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5219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C8AC5-08D2-41FE-A2AA-B477C7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7EB91-689A-444F-9FD5-B49321A1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E9F-3C3D-4A01-8D37-68A794D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BB588-7BAE-4B19-9CDF-09DC123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LEVELは、判断速度と狙いの精度を変える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D09E0-9438-496E-9FB5-5461595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32A6F-280A-48E4-A095-E5DC148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挙動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749D1-A167-4A65-BF63-F6B627F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おすすめ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A092-866F-4513-A12B-3705B2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93D6D-B53C-4DB7-A694-2AEF8A1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0028A-6DC7-4CAC-ABE3-508F119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ゆっくり / 誤差大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B7806-3E22-4E10-A59E-C778149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はじめて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B631-F184-4F2C-A6F9-EF45F9B2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D9-E4A6-49DB-8267-29199B2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B4947-C10B-4087-A82F-6530F3D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短いBOOST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E130D-01CB-479F-8301-93C8756B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操作練習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E8FAD-5881-4A00-A0C7-6BAD0B0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79CF8-E240-4DD8-83C0-58124AF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811B-B5C3-401D-A883-E3578005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標準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17825-5690-4875-8DBF-4A912F9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通常プレイ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D5753-B068-437B-A5AB-931A603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37031-437E-4B41-A37B-A0CCD3A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9E23-96BA-4E72-A320-515E35F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速い / 長いBOOST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DDAD9-20A1-4171-B8AB-44E2961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上級者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67C55-3E61-48BF-AED1-6B080DA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26390F-0347-440F-9FA7-C0A691D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4A95C-EE02-4C82-99E5-27C7663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高速 / 高精度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8FA3E-99ED-4ABD-AD46-A1B0563B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チャレンジ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4696-531F-4905-8326-2C0A658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CPUが大きく先行するとBOOSTを控える。全LEVELで速度上限とレースルールは共通。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39098-3873-4A06-A0E7-D5EC54B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2ED78-B2A3-48BF-9291-A70F29C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EC852-BE8C-479A-99B5-ACC550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4614467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DC962-D4DB-4ED7-B78F-A511BB9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884A-5047-4CDD-87D5-A436AD1D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6D4FE-B699-471C-B92D-64260AB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E81E-67C8-4B1A-B08F-FD128DE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速さだけでは勝てない。ライン、ゲート、接触を組み立てる。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51CE-8225-45BB-91AA-CB62612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0DD8-2B4B-47A1-AFFA-07F72B8E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E5FF-E1BF-4C4D-9829-78512EA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D0E95-6171-485B-B292-8A8CC67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288A-3F5D-4066-A6E1-74B670D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2E756-FA81-41EF-8CFB-6C9FBE4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5D631-B98A-4226-B653-B804E047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C3A6-B7FB-4010-BA67-C95FDFB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48B82-BC03-460F-9278-91E0F8D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1C9A5-E849-41A5-9467-68B9B08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98396-DC46-4630-A7F2-2DE7211E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922A0-8C78-47B4-85A2-6E5E4ED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9D849-92FA-47BC-853B-0EF3708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D5D7-CDB6-4531-A228-D46A123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ECB12-5A3F-4063-B5C5-3F79A017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B3E7D-9450-40AE-84F8-AEF57B9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E8BD5-8A8A-48C1-A6D0-C9CCA7C0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E73F9-13B7-4BC8-AA7C-A96B90A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700DD-BAF1-4FAB-9E99-DCB9432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222E8-CAFF-45D8-9451-26F7E89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EDFA2-AC69-4580-AAB4-FE45148B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8883288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B5E6-323E-4264-A70A-013848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FAFA-ECD4-4706-88E1-77A7E3C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1219-F0A1-4F11-8E04-D244B7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ACFE0-B6A5-4DB8-8251-16CA6859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基本は中央。次のゲートを早く見る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12F60-F01A-4320-BF19-E84844F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E3C-8417-40AB-9B45-97E612D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0F4CB-40A6-470C-AE87-820AAA5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4AF81-C951-45FA-88DA-74A84CFE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D288-09C2-4274-8798-4F4DFC84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C249D-DBA0-4AE7-85DD-BCBDFFC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8A6E-C53A-4930-9A67-E9BC744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5B5DF-762D-48C9-A6CD-DFACD82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2FF65-95CF-4A43-9909-4BA5F9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CD92-05FA-4CC7-8EE8-7B49F51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33DDA-238A-4AD1-8512-1B9045B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77832-B29B-48DD-80C2-83601E0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2067A-5413-4C54-A6C6-798E2CD4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F30F-2871-4EE1-9AEB-EF8F311D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6B41F-8E5E-4A8F-9FA6-BA73363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37C2B-A059-4281-8D73-65E4559F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START直後は中央を維持。内外どちらのゲートにも対応できる。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FF1F6-F3AD-4ADF-BA8E-08655FCD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16CEB-42D5-4FE4-A589-BDA01D8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CF8D5-1C06-4E2D-9DF0-D1A3C5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相手ではなく次のゲートを見る。直前の大移動は損。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F9DF-455C-42E7-BCCA-BC94FD78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E4E35-A5C4-43E5-93E7-0AC81ADC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130F5-BF04-4E21-B84A-F675FC9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停止だけでなく、間合い調整やタックル回避に使う。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E2E51-C7FB-4E5A-BED6-BEDA469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1BCF-19E4-4922-951A-02FF474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37CFD-336B-4744-9243-0632347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AB15A-42DE-4263-9694-3E96CD6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F2E24-80CB-4B56-A049-FB93790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8D3FE-9ED0-4F35-B50A-C9477E3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9250024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A50023-9B28-49F2-9F5A-E7E9FF9D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BC99E-7605-4D4A-B074-AEA04C1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84E6-374E-44E4-A2F1-C0D0A61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D996D-62E1-4657-992F-EB59CC93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BOOSTは短く、再加速と追走へ配分する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5B067-7C79-4FF7-9206-E2FEF3A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CB48-78AB-49E5-B0A1-819158EB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短いバースト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A1F4-63D7-4997-9E6D-1A260E72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押し続けず、コーナー出口や接触後に使う。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F791B-DBA5-4807-9C0D-2F42FE18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C360-1FC9-46B1-911D-2B6E774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8EB2B-7FAC-4AE7-A7C0-09A767B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B2498-10B4-4C9B-855A-6656F05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989C-EA5A-4950-914A-7D2734B6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1D9CF-890E-43B9-85DD-2F489326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7997E-7482-4D52-8F7C-2F0B443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712C22-BAB3-42BF-A438-D822026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A033-BF37-465C-A780-C803A53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2AD1-FB8C-44E9-B5A4-60E5D04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FCAE2-74E1-4095-9490-86F73745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ゲート前に残す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C6D3E-B4D3-4CCF-98F6-CCBFF3AD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横移動やタックル後の再加速分を確保。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CBFE-5FF7-48A5-8C6D-E670BD1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0D09F-549C-4F7C-9C76-E71722E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2689-C46A-4EFA-B200-2CB30061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5899C-B69E-47B2-8F2C-AE39335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A180-4E81-4473-970A-FE9B155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BA956-2ADC-4D91-9044-A99748B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261C0-87DB-419E-96A5-6BAB0A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2B65C-1FB4-49BB-ADE2-0673E4DC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6B6232-0854-4003-8796-0D48231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BB3C-F5E6-47CF-B0C6-F4D31F8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09970-2A5C-4EEC-9576-148A56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後続回復を使う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B0BD7-819B-4915-819C-BDF4A14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回復が始まったら小刻みに使って差を詰める。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E69BB-BE5F-4741-A11D-9DAA40E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934A5-56CC-46F5-BB53-317194A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C4950-1B4C-4F0C-A7B9-0CB8F4C7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92D53-5D5F-4461-B563-8A8321E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69E18-72C1-4EB7-9AC5-39F01D1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4361C-0D32-4048-A150-0294E11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7A66C-15D3-4156-B22E-6DC0A50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D637F-7E21-4305-85D4-6E8FD36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4345D-7A97-4435-B2B8-CC63D1F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FDD37A-EE89-428B-9636-CFCEB71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2AA4DA-2827-4836-B418-06F28BC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F654F1-F1EC-44AD-A914-C2D44B9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36514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12225-149C-42C2-ADD1-6190E93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BA5F1-A881-42A2-881F-8ED1D1C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A9EF-A70B-4A54-82A8-640B3D7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3587A-D605-4357-9D34-F7B2F39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ゲート争奪は、取る判断と捨てる判断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96B1-D0C1-4A7C-BAF5-C982E22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6F791-AE47-4F33-BED5-344FB9C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237C-E05D-4880-917B-18A86E86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43405-CAF7-49BE-99F7-FC21D55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3CB0-061A-4297-8FDB-9B99154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C1185-EDC0-416A-91DB-A4C6DE41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ACB94-3B3A-4ED0-8303-A5A81D18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94BB-4E12-486F-9FB0-D165AF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76E28-56CF-4BB5-B9A0-7790133D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435FC-E215-40A8-AFB9-40768807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1つ先を見る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7B72-F168-478B-AD75-3A7A0D58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遠いゲートを無理に追わず、次へ備える。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E19874-CC5C-4993-88F1-3FC76E9D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E58A1-638B-4CC1-A5E7-A5BEC49A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同じレーンへ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0F2EF-1EAB-40FD-B7C9-4AADF91C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相手の進路に入り、タックル機会を作る。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73F6D-D3CA-4922-BAA0-25F7ED5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4054E-7606-4E6B-B0F4-4006BF7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消灯中に戻る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407-CCA9-419E-875B-CF7888A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取得後は中央へ戻り、次の点灯へ備える。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3324A-5931-403E-A295-0077F23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9A9FC-F7D5-42D9-B801-2E61964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壁際で最大効果。先行中はレーンを譲る判断も重要。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092E0-E79B-452A-A8C5-166E6005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249FA-C9DB-4E3B-8F97-CAD356C8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4E97C-4B9A-4410-B1D0-6E702B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7342263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7E4B65-3DC5-424E-99EC-5D0A2B71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E17C-61FC-4108-86FD-BC3C3FF1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9833-4EC4-4F92-8E3D-BBACBD6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E8C6-86D2-44C0-BB0D-589A5E5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追いついた瞬間が、最大の逆転機会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C456-CAA4-428C-BDF6-1513E2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69D07-7A76-474C-BF9F-E233292F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内側を取る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54EEA-F196-4822-8628-12165AC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追いついたら内側から外へ押し出す。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B51-3E55-44CF-B88A-ECD980B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3814-4B88-4B78-9E20-4BCD05D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CPUの休止を見る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550E-AAC3-462A-A56E-A76465EA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CPUのBOOST終了後に自分の加速を重ねる。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9050-C1D6-424E-9B68-62DCA6D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62436-F231-4C10-A2E7-A02E11FF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8D3FC-C90E-4E3F-81B4-04051E1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速度勝負を避け、ゲート放棄・壁際タックル・追走回復を組み合わせる。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0C3EE-DBAE-48EA-9953-6F357CF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3C40-8B67-4E3B-8966-DCD89074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BE6B8-12C1-491A-9892-AD763912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同時押しが多いときはゲームパッド2台を推奨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EBBC6-6598-482D-9FC7-A23ABB70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C79E4-2B64-4DFF-B1D4-B5C9739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相手のBOOSTが満タンならゲートよりタックルが有効な場合もある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864C3-D8AE-4A9C-B5E0-39BEC96B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0940B-8E99-4E23-BA69-49BA6D3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同じ更新でゴールすればDEAD HEAT。最後のラインまで走り切る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48AED-3E7C-4B04-A992-8189B3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D36FF-9269-455C-9AE0-B2A532B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7D1D0-B5DB-4033-AF1C-AC818B7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12732-A600-4B80-B611-5C4BE0C9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1248A-6A21-4847-A687-053B2226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7A501-60BD-4ED4-8042-A1D618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2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0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/>
  <ns0:lastModifiedBy/>
  <dc:title>WIRE DRIFT RACERS User Manual (Japanese)</dc:title>
  <ns2:created xsi:type="dcterms:W3CDTF">2000-01-01T00:00:00Z</ns2:created>
  <ns2:modified xsi:type="dcterms:W3CDTF">2000-01-01T00:00:00Z</ns2:modified>
</ns0:coreProperties>
</file>