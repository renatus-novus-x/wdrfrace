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9641f605244e54" /><Relationship Type="http://schemas.openxmlformats.org/officeDocument/2006/relationships/extended-properties" Target="/docProps/app.xml" Id="R7b08bfc8e35449b5" /><Relationship Type="http://schemas.openxmlformats.org/officeDocument/2006/relationships/officeDocument" Target="/ppt/presentation.xml" Id="R3f8431f81ec94f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bce86a4a08427f"/>
  </p:sldMasterIdLst>
  <p:notesMasterIdLst>
    <p:notesMasterId xmlns:r="http://schemas.openxmlformats.org/officeDocument/2006/relationships" r:id="R86a52b684d874004"/>
  </p:notesMasterIdLst>
  <p:sldIdLst>
    <p:sldId xmlns:r="http://schemas.openxmlformats.org/officeDocument/2006/relationships" id="256" r:id="R13d30b0e75fa4b42"/>
    <p:sldId xmlns:r="http://schemas.openxmlformats.org/officeDocument/2006/relationships" id="257" r:id="R58a703531ecf44dd"/>
    <p:sldId xmlns:r="http://schemas.openxmlformats.org/officeDocument/2006/relationships" id="258" r:id="Rd681ff31fdc24386"/>
    <p:sldId xmlns:r="http://schemas.openxmlformats.org/officeDocument/2006/relationships" id="259" r:id="R6c71e781bb634e9a"/>
    <p:sldId xmlns:r="http://schemas.openxmlformats.org/officeDocument/2006/relationships" id="260" r:id="Re78bf7f546e74dd7"/>
    <p:sldId xmlns:r="http://schemas.openxmlformats.org/officeDocument/2006/relationships" id="261" r:id="R16b44adeb99a4096"/>
    <p:sldId xmlns:r="http://schemas.openxmlformats.org/officeDocument/2006/relationships" id="262" r:id="R6a4ef2b1878c44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942c648a0e40f5" /><Relationship Type="http://schemas.openxmlformats.org/officeDocument/2006/relationships/slideMaster" Target="/ppt/slideMasters/slideMaster1.xml" Id="Ra9bce86a4a08427f" /><Relationship Type="http://schemas.openxmlformats.org/officeDocument/2006/relationships/notesMaster" Target="/ppt/notesMasters/notesMaster1.xml" Id="R86a52b684d874004" /><Relationship Type="http://schemas.openxmlformats.org/officeDocument/2006/relationships/presProps" Target="/ppt/presProps.xml" Id="Rbab5157345514af3" /><Relationship Type="http://schemas.openxmlformats.org/officeDocument/2006/relationships/tableStyles" Target="/ppt/tableStyles.xml" Id="R0eac990d0d704678" /><Relationship Type="http://schemas.openxmlformats.org/officeDocument/2006/relationships/slide" Target="/ppt/slides/slide1.xml" Id="R13d30b0e75fa4b42" /><Relationship Type="http://schemas.openxmlformats.org/officeDocument/2006/relationships/slide" Target="/ppt/slides/slide2.xml" Id="R58a703531ecf44dd" /><Relationship Type="http://schemas.openxmlformats.org/officeDocument/2006/relationships/slide" Target="/ppt/slides/slide3.xml" Id="Rd681ff31fdc24386" /><Relationship Type="http://schemas.openxmlformats.org/officeDocument/2006/relationships/slide" Target="/ppt/slides/slide4.xml" Id="R6c71e781bb634e9a" /><Relationship Type="http://schemas.openxmlformats.org/officeDocument/2006/relationships/slide" Target="/ppt/slides/slide5.xml" Id="Re78bf7f546e74dd7" /><Relationship Type="http://schemas.openxmlformats.org/officeDocument/2006/relationships/slide" Target="/ppt/slides/slide6.xml" Id="R16b44adeb99a4096" /><Relationship Type="http://schemas.openxmlformats.org/officeDocument/2006/relationships/slide" Target="/ppt/slides/slide7.xml" Id="R6a4ef2b1878c44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c283590176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589dedecda45d3" /><Relationship Type="http://schemas.openxmlformats.org/officeDocument/2006/relationships/notesMaster" Target="/ppt/notesMasters/notesMaster1.xml" Id="R04ee37a8659746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89efaca99c4a56" /><Relationship Type="http://schemas.openxmlformats.org/officeDocument/2006/relationships/notesMaster" Target="/ppt/notesMasters/notesMaster1.xml" Id="R3874ed85f2ac4f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971113870d4553" /><Relationship Type="http://schemas.openxmlformats.org/officeDocument/2006/relationships/notesMaster" Target="/ppt/notesMasters/notesMaster1.xml" Id="R2b80a501cee140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7dc80c91c749a7" /><Relationship Type="http://schemas.openxmlformats.org/officeDocument/2006/relationships/notesMaster" Target="/ppt/notesMasters/notesMaster1.xml" Id="Ree7ed60f08934f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04fafd8755407e" /><Relationship Type="http://schemas.openxmlformats.org/officeDocument/2006/relationships/notesMaster" Target="/ppt/notesMasters/notesMaster1.xml" Id="Ra8284a3e2d714d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0edff87a234728" /><Relationship Type="http://schemas.openxmlformats.org/officeDocument/2006/relationships/notesMaster" Target="/ppt/notesMasters/notesMaster1.xml" Id="Rc108c650696644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6bedb720b24518" /><Relationship Type="http://schemas.openxmlformats.org/officeDocument/2006/relationships/notesMaster" Target="/ppt/notesMasters/notesMaster1.xml" Id="Rfb40cf84333b4a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4a97739354f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76f108e364715" /><Relationship Type="http://schemas.openxmlformats.org/officeDocument/2006/relationships/slideLayout" Target="/ppt/slideLayouts/slideLayout1.xml" Id="R5cf37e8f032745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f37e8f032745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8419e9edd4301" /><Relationship Type="http://schemas.openxmlformats.org/officeDocument/2006/relationships/notesSlide" Target="/ppt/notesSlides/notesSlide1.xml" Id="R1a886e7cdb7243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9ee1ad9a64269" /><Relationship Type="http://schemas.openxmlformats.org/officeDocument/2006/relationships/notesSlide" Target="/ppt/notesSlides/notesSlide2.xml" Id="Rc25537816b444b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b6567b0cc47e0" /><Relationship Type="http://schemas.openxmlformats.org/officeDocument/2006/relationships/notesSlide" Target="/ppt/notesSlides/notesSlide3.xml" Id="R13a87d57c1cd44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2d1cc0182423b" /><Relationship Type="http://schemas.openxmlformats.org/officeDocument/2006/relationships/notesSlide" Target="/ppt/notesSlides/notesSlide4.xml" Id="Ra2d910e930344e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046d020264d91" /><Relationship Type="http://schemas.openxmlformats.org/officeDocument/2006/relationships/notesSlide" Target="/ppt/notesSlides/notesSlide5.xml" Id="R00b0b4ce070942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b35c722824cd8" /><Relationship Type="http://schemas.openxmlformats.org/officeDocument/2006/relationships/notesSlide" Target="/ppt/notesSlides/notesSlide6.xml" Id="R5c2a553429ab45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4926c06014dac" /><Relationship Type="http://schemas.openxmlformats.org/officeDocument/2006/relationships/notesSlide" Target="/ppt/notesSlides/notesSlide7.xml" Id="R8870f9df1f8542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F049D-3883-426A-B6F2-13B75019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Wire Drift Racers 仕様書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1F767-14B6-4345-8654-22FB09AF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F8FAFC"/>
                </a:solidFill>
              </a:defRPr>
            </a:pPr>
            <a:r>
              <a:rPr sz="2700">
                <a:solidFill>
                  <a:srgbClr val="F8FAFC"/>
                </a:solidFill>
              </a:rPr>
              <a:t>2P OFFLINE 向けワイヤフレーム3Dレースゲームの実装仕様</a:t>
            </a:r>
          </a:p>
        </p:txBody>
      </p:sp>
    </p:spTree>
    <p:extLst>
      <p:ext uri="{BB962C8B-B14F-4D97-AF65-F5344CB8AC3E}">
        <p14:creationId xmlns:p14="http://schemas.microsoft.com/office/powerpoint/2010/main" val="512192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C89DD-EC95-40AD-AF7A-45CA0D92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1) 画面イメージ（ローカル2プレイ）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1FD43-687B-48D4-AECC-11A4CAD5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┌──────────────────────────────────────────────────────────────┐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Wire Drift Racers                                    2P OFFLINE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Lap   P1: 00:42  18pt  v=4.2   P2: 00:38  18pt  v=4.8 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                                                        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                        （Wireframe 3Dコース）          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        /------------------------------\                  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       /                                \                 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      /   ◎P1    ○ゲート     ◎P2       \                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     /                                  \               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    /------------------------------------\              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                                                        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P1: W 加速 / S 減速 / A,D ドリフト / Q ブースト / E ブレーキ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P2: ↑ 加速 / ↓ 減速 / ←,→ ドリフト / N ブースト / M ブレーキ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│ R: リスタート   P: 一時停止   G: ゴールライン通過表示              │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└──────────────────────────────────────────────────────────────┘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・中央は固定の3D斜め俯瞰（ダウンタウン視点）</a:t>
            </a:r>
          </a:p>
          <a:p xmlns:a="http://schemas.openxmlformats.org/drawingml/2006/main">
            <a:pPr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・コース、壁、ランプ、ゲートは全て線（ワイヤ）だけで描画</a:t>
            </a:r>
          </a:p>
        </p:txBody>
      </p:sp>
    </p:spTree>
    <p:extLst>
      <p:ext uri="{BB962C8B-B14F-4D97-AF65-F5344CB8AC3E}">
        <p14:creationId xmlns:p14="http://schemas.microsoft.com/office/powerpoint/2010/main" val="1878549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B5459-D3D9-4AB3-8EF0-D617C318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2) コア仕様（オフライン前提）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F4DED-57D3-46A0-A97F-E35E80B3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1) 対戦形式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- 1台のPCで2プレイヤー同時対戦（キー入力別々）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2) 勝敗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先に3周先取、または90秒タイムトライアル + 先着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3) フィールド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- 3Dトーラス（円形リング）を基準にしたワイヤフレームコース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内壁/外壁の幅でトラックレールを表現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4) 操作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アクセル/ブレーキで加速/減速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左右キーでレーン移動＋ドリフト（大きめに横移動）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ブーストは短時間だけ加速度増加（スタミナ制）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5) 物理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速度は上限あり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壁への接触で反発（速度低下）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車体同士接触で同量デクリメント・ノックバック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6) 見た目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面なし（完全ワイヤフレーム）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背景グリッド + 輝くライン + 影無し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7) サウンド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必須3種だけ（加速、壁接触、ゴール）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8) 難易度モード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EASY: 壁摩擦少、BOOST多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HARD: 壁反発強、BOOST回数少</a:t>
            </a:r>
          </a:p>
        </p:txBody>
      </p:sp>
    </p:spTree>
    <p:extLst>
      <p:ext uri="{BB962C8B-B14F-4D97-AF65-F5344CB8AC3E}">
        <p14:creationId xmlns:p14="http://schemas.microsoft.com/office/powerpoint/2010/main" val="1567828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80CEF-EBC7-4D6B-98D6-ADA3C1C1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3) 画面構成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13FAA-2E8D-4A35-95DE-A56A7964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1) メインゲーム画面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   - 上部HUD: スコア、ラップ、速度、残り時間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   - 中央: 3Dワイヤーフィールド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   - 下部: 入力チート防止のための簡易ヒント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2) ポーズ/リザルト画面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   - 1回分のラップ比較表示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   - 再戦/終了ボタン</a:t>
            </a:r>
          </a:p>
        </p:txBody>
      </p:sp>
    </p:spTree>
    <p:extLst>
      <p:ext uri="{BB962C8B-B14F-4D97-AF65-F5344CB8AC3E}">
        <p14:creationId xmlns:p14="http://schemas.microsoft.com/office/powerpoint/2010/main" val="1430941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8F99B-A006-4CB4-804A-4731A123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4) 最短で実装するデータ設計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BBEAB-1E79-49D6-9B3F-8B415D98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1) car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   - angle（コース上の進行位）、offset（壁間の左右位置）、speed、boost、lap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2) track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   - center(t), wall(t, offset) の関数で生成（配列不要）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3) camera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   - 固定位置 + 回転行列（簡易3D→2D投影）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4) gameState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   - frame, winner, time, running</a:t>
            </a:r>
          </a:p>
        </p:txBody>
      </p:sp>
    </p:spTree>
    <p:extLst>
      <p:ext uri="{BB962C8B-B14F-4D97-AF65-F5344CB8AC3E}">
        <p14:creationId xmlns:p14="http://schemas.microsoft.com/office/powerpoint/2010/main" val="836216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F387B-B0A3-45E0-A7D4-0AA22C6E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5) 短いソースコード方針（約140〜180行）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A8A03-5ED6-460B-81C5-3CB14B36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1) 3D投影は1関数（project(p)）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2) コースは固定関数で点列生成（trackPoint(t, lane)）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3) 描画は1フレームで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内壁/外壁線を120分割描画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ゲートを数個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車体（2〜3本ライン）を描画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4) 物理更新は1関数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   - 入力→速度→角度/レーン→壁当たり判定→ラップ更新</a:t>
            </a:r>
          </a:p>
          <a:p xmlns:a="http://schemas.openxmlformats.org/drawingml/2006/main">
            <a:pPr>
              <a:defRPr sz="1800">
                <a:solidFill>
                  <a:srgbClr val="F8FAFC"/>
                </a:solidFill>
              </a:defRPr>
            </a:pPr>
            <a:r>
              <a:rPr sz="1800">
                <a:solidFill>
                  <a:srgbClr val="F8FAFC"/>
                </a:solidFill>
              </a:rPr>
              <a:t>5) 画面表示はHUDのみ</a:t>
            </a:r>
          </a:p>
        </p:txBody>
      </p:sp>
    </p:spTree>
    <p:extLst>
      <p:ext uri="{BB962C8B-B14F-4D97-AF65-F5344CB8AC3E}">
        <p14:creationId xmlns:p14="http://schemas.microsoft.com/office/powerpoint/2010/main" val="1557596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BEF46-9086-4C75-B9D9-5883A34B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補足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97B26-1A6D-41FD-AD34-F9046C0B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・完全ワイヤフレーム描画を前提にした高速化優先仕様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・2Pローカルオフライン対戦を前提</a:t>
            </a:r>
          </a:p>
          <a:p xmlns:a="http://schemas.openxmlformats.org/drawingml/2006/main">
            <a:pPr>
              <a:defRPr sz="2250">
                <a:solidFill>
                  <a:srgbClr val="F8FAFC"/>
                </a:solidFill>
              </a:defRPr>
            </a:pPr>
            <a:r>
              <a:rPr sz="2250">
                <a:solidFill>
                  <a:srgbClr val="F8FAFC"/>
                </a:solidFill>
              </a:rPr>
              <a:t>・全画面再描画を避け、ライン消去→再描画の差分更新を採用</a:t>
            </a:r>
          </a:p>
        </p:txBody>
      </p:sp>
    </p:spTree>
    <p:extLst>
      <p:ext uri="{BB962C8B-B14F-4D97-AF65-F5344CB8AC3E}">
        <p14:creationId xmlns:p14="http://schemas.microsoft.com/office/powerpoint/2010/main" val="924763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2026-08-23T12:13:40.8970000Z</dcterms:created>
  <dcterms:modified xsi:type="dcterms:W3CDTF">2026-08-23T12:13:40.8970000Z</dcterms:modified>
</coreProperties>
</file>