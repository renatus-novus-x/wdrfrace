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a225353d624fdf" /><Relationship Type="http://schemas.openxmlformats.org/officeDocument/2006/relationships/extended-properties" Target="/docProps/app.xml" Id="R548a4f724ce24653" /><Relationship Type="http://schemas.openxmlformats.org/officeDocument/2006/relationships/officeDocument" Target="/ppt/presentation.xml" Id="R6edb9fae0bcf44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c6601102b49a9"/>
  </p:sldMasterIdLst>
  <p:notesMasterIdLst>
    <p:notesMasterId xmlns:r="http://schemas.openxmlformats.org/officeDocument/2006/relationships" r:id="Rede436ae17984c9f"/>
  </p:notesMasterIdLst>
  <p:sldIdLst>
    <p:sldId xmlns:r="http://schemas.openxmlformats.org/officeDocument/2006/relationships" id="256" r:id="R83fe958c123042f3"/>
    <p:sldId xmlns:r="http://schemas.openxmlformats.org/officeDocument/2006/relationships" id="257" r:id="R11913c95a8924c0c"/>
    <p:sldId xmlns:r="http://schemas.openxmlformats.org/officeDocument/2006/relationships" id="258" r:id="Rc1439d1ad4a74bfb"/>
    <p:sldId xmlns:r="http://schemas.openxmlformats.org/officeDocument/2006/relationships" id="259" r:id="R1d7fc55aa4e04082"/>
    <p:sldId xmlns:r="http://schemas.openxmlformats.org/officeDocument/2006/relationships" id="260" r:id="R8a659f097eca4b63"/>
    <p:sldId xmlns:r="http://schemas.openxmlformats.org/officeDocument/2006/relationships" id="261" r:id="R91438dfb6a084497"/>
    <p:sldId xmlns:r="http://schemas.openxmlformats.org/officeDocument/2006/relationships" id="262" r:id="R7cf6fc4918db4ffd"/>
    <p:sldId xmlns:r="http://schemas.openxmlformats.org/officeDocument/2006/relationships" id="263" r:id="Re1efbea7e7ae4f75"/>
    <p:sldId xmlns:r="http://schemas.openxmlformats.org/officeDocument/2006/relationships" id="264" r:id="R3d7d6f44161f4576"/>
    <p:sldId xmlns:r="http://schemas.openxmlformats.org/officeDocument/2006/relationships" id="265" r:id="Re816ff369d74404d"/>
    <p:sldId xmlns:r="http://schemas.openxmlformats.org/officeDocument/2006/relationships" id="266" r:id="R9847bdf7f8054bb7"/>
    <p:sldId xmlns:r="http://schemas.openxmlformats.org/officeDocument/2006/relationships" id="267" r:id="R2cdacc4b5952411c"/>
    <p:sldId xmlns:r="http://schemas.openxmlformats.org/officeDocument/2006/relationships" id="268" r:id="R9ed2c6c30e7a408f"/>
    <p:sldId xmlns:r="http://schemas.openxmlformats.org/officeDocument/2006/relationships" id="269" r:id="R37b263090df34422"/>
    <p:sldId xmlns:r="http://schemas.openxmlformats.org/officeDocument/2006/relationships" id="270" r:id="Re351b05ae19d43ae"/>
    <p:sldId xmlns:r="http://schemas.openxmlformats.org/officeDocument/2006/relationships" id="271" r:id="Re43d1b2885094a38"/>
  </p:sldIdLst>
  <p:sldSz cx="1143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4028b4c0794b2c" /><Relationship Type="http://schemas.openxmlformats.org/officeDocument/2006/relationships/slideMaster" Target="/ppt/slideMasters/slideMaster1.xml" Id="Rc1ac6601102b49a9" /><Relationship Type="http://schemas.openxmlformats.org/officeDocument/2006/relationships/notesMaster" Target="/ppt/notesMasters/notesMaster1.xml" Id="Rede436ae17984c9f" /><Relationship Type="http://schemas.openxmlformats.org/officeDocument/2006/relationships/presProps" Target="/ppt/presProps.xml" Id="R1102eb9ff342473c" /><Relationship Type="http://schemas.openxmlformats.org/officeDocument/2006/relationships/tableStyles" Target="/ppt/tableStyles.xml" Id="R0ea2a17afe534106" /><Relationship Type="http://schemas.openxmlformats.org/officeDocument/2006/relationships/slide" Target="/ppt/slides/slide1.xml" Id="R83fe958c123042f3" /><Relationship Type="http://schemas.openxmlformats.org/officeDocument/2006/relationships/slide" Target="/ppt/slides/slide2.xml" Id="R11913c95a8924c0c" /><Relationship Type="http://schemas.openxmlformats.org/officeDocument/2006/relationships/slide" Target="/ppt/slides/slide3.xml" Id="Rc1439d1ad4a74bfb" /><Relationship Type="http://schemas.openxmlformats.org/officeDocument/2006/relationships/slide" Target="/ppt/slides/slide4.xml" Id="R1d7fc55aa4e04082" /><Relationship Type="http://schemas.openxmlformats.org/officeDocument/2006/relationships/slide" Target="/ppt/slides/slide5.xml" Id="R8a659f097eca4b63" /><Relationship Type="http://schemas.openxmlformats.org/officeDocument/2006/relationships/slide" Target="/ppt/slides/slide6.xml" Id="R91438dfb6a084497" /><Relationship Type="http://schemas.openxmlformats.org/officeDocument/2006/relationships/slide" Target="/ppt/slides/slide7.xml" Id="R7cf6fc4918db4ffd" /><Relationship Type="http://schemas.openxmlformats.org/officeDocument/2006/relationships/slide" Target="/ppt/slides/slide8.xml" Id="Re1efbea7e7ae4f75" /><Relationship Type="http://schemas.openxmlformats.org/officeDocument/2006/relationships/slide" Target="/ppt/slides/slide9.xml" Id="R3d7d6f44161f4576" /><Relationship Type="http://schemas.openxmlformats.org/officeDocument/2006/relationships/slide" Target="/ppt/slides/slide10.xml" Id="Re816ff369d74404d" /><Relationship Type="http://schemas.openxmlformats.org/officeDocument/2006/relationships/slide" Target="/ppt/slides/slide11.xml" Id="R9847bdf7f8054bb7" /><Relationship Type="http://schemas.openxmlformats.org/officeDocument/2006/relationships/slide" Target="/ppt/slides/slide12.xml" Id="R2cdacc4b5952411c" /><Relationship Type="http://schemas.openxmlformats.org/officeDocument/2006/relationships/slide" Target="/ppt/slides/slide13.xml" Id="R9ed2c6c30e7a408f" /><Relationship Type="http://schemas.openxmlformats.org/officeDocument/2006/relationships/slide" Target="/ppt/slides/slide14.xml" Id="R37b263090df34422" /><Relationship Type="http://schemas.openxmlformats.org/officeDocument/2006/relationships/slide" Target="/ppt/slides/slide15.xml" Id="Re351b05ae19d43ae" /><Relationship Type="http://schemas.openxmlformats.org/officeDocument/2006/relationships/slide" Target="/ppt/slides/slide16.xml" Id="Re43d1b2885094a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55ddbe802f49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26ab828324a72" /><Relationship Type="http://schemas.openxmlformats.org/officeDocument/2006/relationships/notesMaster" Target="/ppt/notesMasters/notesMaster1.xml" Id="Rcbea59ef477a43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1a43929851411c" /><Relationship Type="http://schemas.openxmlformats.org/officeDocument/2006/relationships/notesMaster" Target="/ppt/notesMasters/notesMaster1.xml" Id="Rb8b93f78e8b745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372b0a5f16437a" /><Relationship Type="http://schemas.openxmlformats.org/officeDocument/2006/relationships/notesMaster" Target="/ppt/notesMasters/notesMaster1.xml" Id="R6580b8d22e9443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45057e3bde4e56" /><Relationship Type="http://schemas.openxmlformats.org/officeDocument/2006/relationships/notesMaster" Target="/ppt/notesMasters/notesMaster1.xml" Id="R8c0cc4f5c60c4d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d7322efded4efe" /><Relationship Type="http://schemas.openxmlformats.org/officeDocument/2006/relationships/notesMaster" Target="/ppt/notesMasters/notesMaster1.xml" Id="R93a21a799e8e4a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f631dbc9b242ac" /><Relationship Type="http://schemas.openxmlformats.org/officeDocument/2006/relationships/notesMaster" Target="/ppt/notesMasters/notesMaster1.xml" Id="R5f2d7792732a44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2c6d384de74d42" /><Relationship Type="http://schemas.openxmlformats.org/officeDocument/2006/relationships/notesMaster" Target="/ppt/notesMasters/notesMaster1.xml" Id="R3771c9a2369247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ceb6a42bdd4e5f" /><Relationship Type="http://schemas.openxmlformats.org/officeDocument/2006/relationships/notesMaster" Target="/ppt/notesMasters/notesMaster1.xml" Id="R268a38ce4c8049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dd2c920ea64e74" /><Relationship Type="http://schemas.openxmlformats.org/officeDocument/2006/relationships/notesMaster" Target="/ppt/notesMasters/notesMaster1.xml" Id="R448289d441c443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a0c86818d144c7" /><Relationship Type="http://schemas.openxmlformats.org/officeDocument/2006/relationships/notesMaster" Target="/ppt/notesMasters/notesMaster1.xml" Id="R27aca683dd8d45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fd017989e14609" /><Relationship Type="http://schemas.openxmlformats.org/officeDocument/2006/relationships/notesMaster" Target="/ppt/notesMasters/notesMaster1.xml" Id="R6abed3a3589944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1edabef0a04ad8" /><Relationship Type="http://schemas.openxmlformats.org/officeDocument/2006/relationships/notesMaster" Target="/ppt/notesMasters/notesMaster1.xml" Id="R8447fd6105a84e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77d727f85b469c" /><Relationship Type="http://schemas.openxmlformats.org/officeDocument/2006/relationships/notesMaster" Target="/ppt/notesMasters/notesMaster1.xml" Id="R2741b1d814234a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c04f2330c34346" /><Relationship Type="http://schemas.openxmlformats.org/officeDocument/2006/relationships/notesMaster" Target="/ppt/notesMasters/notesMaster1.xml" Id="R63d4a477baea4d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cef79ea9d541ae" /><Relationship Type="http://schemas.openxmlformats.org/officeDocument/2006/relationships/notesMaster" Target="/ppt/notesMasters/notesMaster1.xml" Id="Rf043029cc7b340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1d547b397d424a" /><Relationship Type="http://schemas.openxmlformats.org/officeDocument/2006/relationships/notesMaster" Target="/ppt/notesMasters/notesMaster1.xml" Id="Rc2d1b533b79d42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7ee874ecd46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4090f168834e50" /><Relationship Type="http://schemas.openxmlformats.org/officeDocument/2006/relationships/slideLayout" Target="/ppt/slideLayouts/slideLayout1.xml" Id="Rf1b8818b0b5d42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b8818b0b5d42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8f881ae1b4980" /><Relationship Type="http://schemas.openxmlformats.org/officeDocument/2006/relationships/notesSlide" Target="/ppt/notesSlides/notesSlide1.xml" Id="R09f085a9e5ad42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07a7d3545427d" /><Relationship Type="http://schemas.openxmlformats.org/officeDocument/2006/relationships/notesSlide" Target="/ppt/notesSlides/notesSlide2.xml" Id="Rc23a7674487b4d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bd46b7ef24af5" /><Relationship Type="http://schemas.openxmlformats.org/officeDocument/2006/relationships/notesSlide" Target="/ppt/notesSlides/notesSlide3.xml" Id="Rc44dc8fdf04e45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72f31cb974aa8" /><Relationship Type="http://schemas.openxmlformats.org/officeDocument/2006/relationships/notesSlide" Target="/ppt/notesSlides/notesSlide4.xml" Id="R1b85e9155d0144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96d020bf4433b" /><Relationship Type="http://schemas.openxmlformats.org/officeDocument/2006/relationships/notesSlide" Target="/ppt/notesSlides/notesSlide5.xml" Id="R978e78781c1e4c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8c9d67abc4e22" /><Relationship Type="http://schemas.openxmlformats.org/officeDocument/2006/relationships/notesSlide" Target="/ppt/notesSlides/notesSlide6.xml" Id="R3a495b77800c46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ae5a651564585" /><Relationship Type="http://schemas.openxmlformats.org/officeDocument/2006/relationships/notesSlide" Target="/ppt/notesSlides/notesSlide7.xml" Id="Rc79e23c261604c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04d073d5b4f71" /><Relationship Type="http://schemas.openxmlformats.org/officeDocument/2006/relationships/notesSlide" Target="/ppt/notesSlides/notesSlide8.xml" Id="R124fe275ce9d4c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6654ba4064681" /><Relationship Type="http://schemas.openxmlformats.org/officeDocument/2006/relationships/notesSlide" Target="/ppt/notesSlides/notesSlide9.xml" Id="R8165e18973ec48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a301721bc45d3" /><Relationship Type="http://schemas.openxmlformats.org/officeDocument/2006/relationships/notesSlide" Target="/ppt/notesSlides/notesSlide10.xml" Id="R31b62bc61c0347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c58823e2c4716" /><Relationship Type="http://schemas.openxmlformats.org/officeDocument/2006/relationships/notesSlide" Target="/ppt/notesSlides/notesSlide11.xml" Id="Rf5d436a6e6444b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6e7ad776441d5" /><Relationship Type="http://schemas.openxmlformats.org/officeDocument/2006/relationships/notesSlide" Target="/ppt/notesSlides/notesSlide12.xml" Id="Rf2b48c426d5344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056878fb841bf" /><Relationship Type="http://schemas.openxmlformats.org/officeDocument/2006/relationships/notesSlide" Target="/ppt/notesSlides/notesSlide13.xml" Id="R243624bfac1b41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82c04d438457a" /><Relationship Type="http://schemas.openxmlformats.org/officeDocument/2006/relationships/notesSlide" Target="/ppt/notesSlides/notesSlide14.xml" Id="R8d6c250ac23041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ef405fa0048f0" /><Relationship Type="http://schemas.openxmlformats.org/officeDocument/2006/relationships/notesSlide" Target="/ppt/notesSlides/notesSlide15.xml" Id="R78de08c7f77745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731fa9bae43f9" /><Relationship Type="http://schemas.openxmlformats.org/officeDocument/2006/relationships/notesSlide" Target="/ppt/notesSlides/notesSlide16.xml" Id="Rd0d1b61d4dec4e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46DD1A-AF15-40EE-9FA4-45A6784A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D3353-02EE-4441-A640-5D7B2A78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35F2EA"/>
                </a:solidFill>
              </a:defRPr>
            </a:pPr>
            <a:r>
              <a:rPr sz="1275" b="1">
                <a:solidFill>
                  <a:srgbClr val="35F2EA"/>
                </a:solidFill>
              </a:rPr>
              <a:t>ENGLISH EDITION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8C6B8-E28F-4B2A-8E1B-4942FDDA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58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3FBFF"/>
                </a:solidFill>
              </a:defRPr>
            </a:pPr>
            <a:r>
              <a:rPr sz="4800" b="1">
                <a:solidFill>
                  <a:srgbClr val="F3FBFF"/>
                </a:solidFill>
              </a:rPr>
              <a:t>WIRE DRIFT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621D9-874A-418A-80E5-DEEF7731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058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FF3ED1"/>
                </a:solidFill>
              </a:defRPr>
            </a:pPr>
            <a:r>
              <a:rPr sz="4800" b="1">
                <a:solidFill>
                  <a:srgbClr val="FF3ED1"/>
                </a:solidFill>
              </a:rPr>
              <a:t>RACERS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CB6BD-2311-4C67-850A-BC1DD16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92A7B8"/>
                </a:solidFill>
              </a:defRPr>
            </a:pPr>
            <a:r>
              <a:rPr sz="1800" b="0">
                <a:solidFill>
                  <a:srgbClr val="92A7B8"/>
                </a:solidFill>
              </a:rPr>
              <a:t>X68000 Wireframe Battle Racing Instruction Manual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B34E8-222C-4CD6-9E9F-D6DFAB8F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485775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E4FA3-94D2-443F-B9A5-A89EE6B1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179" y="5143500"/>
            <a:ext cx="3469821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55608-6A25-4EB5-8137-CF8D229F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107" y="5143500"/>
            <a:ext cx="2081893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0110E-7CF3-4FC0-9F36-4B7770C6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036" y="5143500"/>
            <a:ext cx="693964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DB679-1AB6-4DEC-A662-F54149CE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693964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4B09B-D13C-4B6B-9E55-6D43B22F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2081893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F9525-018A-4B4A-A987-118E2483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3469821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1A2AA-D132-4EE5-AE89-20C55684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43500"/>
            <a:ext cx="485775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394F4-9EF4-4AF9-A4E6-3E3B3C6A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02" y="5634038"/>
            <a:ext cx="225399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CC7F1-996E-4240-9E4B-B3B4A159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314" y="6129338"/>
            <a:ext cx="411937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A1FA6-ED68-42EA-887E-659867FE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626" y="6624638"/>
            <a:ext cx="598474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A5D58-F491-492E-9784-6881877A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938" y="7119938"/>
            <a:ext cx="785012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0CD66-4F16-4CBA-B016-3F3CADAD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15238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CDDB0-61BB-4604-ADBA-D88FD175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4667250" cy="17621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F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9DEA2-538C-421C-BE44-7773D83D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48225"/>
            <a:ext cx="2800350" cy="10572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66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06789-EAFF-4CE6-B957-B045AE77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05500"/>
            <a:ext cx="381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F10D11-0F34-449C-A607-ABBFFBBC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88" y="5710238"/>
            <a:ext cx="600075" cy="31432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EC561-022F-4634-BF27-3DB740C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319" y="5781675"/>
            <a:ext cx="328613" cy="164306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6B493-70B5-4450-9E0D-9C46A299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5510213"/>
            <a:ext cx="600075" cy="31432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5106E3-88D4-452F-AA20-2F3BED20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844" y="5581650"/>
            <a:ext cx="328613" cy="164306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45DD5-0AFF-40CE-811D-DAD60200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005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3FBFF"/>
                </a:solidFill>
              </a:defRPr>
            </a:pPr>
            <a:r>
              <a:rPr sz="1650" b="1">
                <a:solidFill>
                  <a:srgbClr val="F3FBFF"/>
                </a:solidFill>
              </a:rPr>
              <a:t>3 LAPS. 2 CARS. ONE WINNER.</a:t>
            </a:r>
          </a:p>
        </p:txBody>
      </p:sp>
    </p:spTree>
    <p:extLst>
      <p:ext uri="{BB962C8B-B14F-4D97-AF65-F5344CB8AC3E}">
        <p14:creationId xmlns:p14="http://schemas.microsoft.com/office/powerpoint/2010/main" val="3270914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45B204-2C7E-4431-B210-381A256F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A9BCC-9FAA-43DB-902E-5B7A05AF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3ED1"/>
                </a:solidFill>
              </a:defRPr>
            </a:pPr>
            <a:r>
              <a:rPr sz="1125" b="1">
                <a:solidFill>
                  <a:srgbClr val="FF3ED1"/>
                </a:solidFill>
              </a:rPr>
              <a:t>PART 1 /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A2EB6-18FD-463E-BB84-0058EF3D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154A8-54AF-4DBC-903E-2775ABA2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A three-lap battle begins above the megacity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AAAAF-4ABC-4A74-9229-23D7489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875" b="0">
                <a:solidFill>
                  <a:srgbClr val="F3FBFF"/>
                </a:solidFill>
              </a:defRPr>
            </a:pPr>
            <a:r>
              <a:rPr sz="1875" b="0">
                <a:solidFill>
                  <a:srgbClr val="F3FBFF"/>
                </a:solidFill>
              </a:rPr>
              <a:t>The year is 2088. High above the city, roads and machines are formed from lines of light. The new sport is called WIRE DRIFT.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B0FE8-E85E-4960-B12B-D06E0EED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3143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3E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F85F9-8957-4562-91DB-B79758CB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885950"/>
            <a:ext cx="1885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6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884FF-DC68-474C-BDE8-259869F1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2890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EE92B-F317-4C25-BC01-3CCC9C00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349" y="2462784"/>
            <a:ext cx="416052" cy="21793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F1AA0-58C0-41A9-9059-618AC892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512314"/>
            <a:ext cx="227838" cy="113919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E3A2E-8152-45F7-8AA2-A92C76B2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274" y="2253234"/>
            <a:ext cx="416052" cy="21793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72C07-C728-4A86-AD9E-DDD07EB1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381" y="2302764"/>
            <a:ext cx="227838" cy="113919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C8FDA-0B39-4E09-9092-4C7BD39F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B718C-5277-4ACF-88CE-84AF35EC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TAKE THE 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97BE0-B5DE-4711-848B-68F66D01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Pure speed is never enough.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70781-E588-42B1-A222-B1BDB38B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862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664BA-007F-429F-9427-DD6B2D02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623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D35A"/>
                </a:solidFill>
              </a:defRPr>
            </a:pPr>
            <a:r>
              <a:rPr sz="1500" b="1">
                <a:solidFill>
                  <a:srgbClr val="FFD35A"/>
                </a:solidFill>
              </a:rPr>
              <a:t>TAKE THE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BFE14-27C5-4047-A366-83806FA4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Dive for the boost-energy gate.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66D71-EF85-492F-B053-8885A767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B6DB0-FA85-44BD-9E61-7E162C29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623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3ED1"/>
                </a:solidFill>
              </a:defRPr>
            </a:pPr>
            <a:r>
              <a:rPr sz="1500" b="1">
                <a:solidFill>
                  <a:srgbClr val="FF3ED1"/>
                </a:solidFill>
              </a:rPr>
              <a:t>TAKE THE RIVAL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76C79-5C99-4078-A792-2E656F0F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Settle close battles with a drift tackle.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352E5-667F-435E-A289-18F914FE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866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DE372-6661-44F2-B4FE-B0277F5E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771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44E80-CB35-4648-8047-50B711DF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715327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FFE88-0EDA-449C-BD4D-5EA3867F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143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2E68E-E555-42F0-8572-099F5E21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7019925"/>
            <a:ext cx="190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9F0133-5E95-446A-B102-36880239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0104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7FAE9B-59F2-4AF6-86EA-8316BE1C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6886575"/>
            <a:ext cx="19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802B77-A8EA-449B-B8B2-3B3132AE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709525-883F-4148-B16B-F675B5D7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753225"/>
            <a:ext cx="19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A5F1E-0D87-4423-8011-5FE983B8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7437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1CB41-51B6-45D9-94FD-707C979E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72866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C5816F-833D-4795-9FAC-DF18380A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72771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CB4E90-00E5-4416-B9A5-DE440CDC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715327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170C6C-9F3D-425D-9C95-228BBDB1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143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213921-BC61-4CF1-90C3-25DA78C6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7019925"/>
            <a:ext cx="190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B1FD65-95C9-4693-9D4E-29B73DCB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70104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AF8D43-EC9A-4D74-9BED-1869DF81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886575"/>
            <a:ext cx="19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61DF6D-FC8C-40A6-A013-C27CD943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8770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C645E3-0697-48F8-AE4B-3C5A0C85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6753225"/>
            <a:ext cx="190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5693E3-DB60-4774-B237-691BE792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7437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FD5D67-03C6-4372-849C-47AF3B47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286625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D3D50B-0470-4F68-96E3-D0843BBC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2771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3B4267-568B-4A66-AF24-EFD9F415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7153275"/>
            <a:ext cx="19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F508E9-6F09-4C4E-9E73-FA17A16E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43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A15C17-A530-4834-B602-A6EB696A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52349F-9C8A-4552-9253-199D8905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B48E6E-65ED-4A4F-A252-C3C0A1AC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253342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2BCC7-22BE-4BBD-8D10-C2D01847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9502C-CE53-47AF-9B8E-2188F77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5F2EA"/>
                </a:solidFill>
              </a:defRPr>
            </a:pPr>
            <a:r>
              <a:rPr sz="1125" b="1">
                <a:solidFill>
                  <a:srgbClr val="35F2EA"/>
                </a:solidFill>
              </a:rPr>
              <a:t>PART 1 /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73D75-C988-4E23-BEA1-DC2E8181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180F9-EB5E-43FE-A438-C1BD58D9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Complete three laps first, but expect a fight to the 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87642-EE82-4867-94A4-FEA7AFFE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2672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F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E0D6A-E4B4-40C6-B9EA-8E1B0B63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" y="2686050"/>
            <a:ext cx="2560320" cy="2057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5CEB4-210F-40FA-B445-803B1C5C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43450"/>
            <a:ext cx="38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7B5F8-7B12-4390-8B5F-A7197DB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4282440"/>
            <a:ext cx="560070" cy="293370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98EA4-9FFC-43EE-BE1B-10C8516E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498" y="4349115"/>
            <a:ext cx="306705" cy="15335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9B57F-7BF1-4DD8-859F-E5B03785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765" y="2777490"/>
            <a:ext cx="560070" cy="293370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67F58-75E8-46EA-801A-81155027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448" y="2844165"/>
            <a:ext cx="306705" cy="15335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3536D-6C5A-47BF-BBE0-F9C6D932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219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400" b="1">
                <a:solidFill>
                  <a:srgbClr val="FF3ED1"/>
                </a:solidFill>
              </a:defRPr>
            </a:pPr>
            <a:r>
              <a:rPr sz="8400" b="1">
                <a:solidFill>
                  <a:srgbClr val="FF3ED1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5FBB6-B2EE-4C7E-8382-301E8556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195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3FBFF"/>
                </a:solidFill>
              </a:defRPr>
            </a:pPr>
            <a:r>
              <a:rPr sz="1950" b="1">
                <a:solidFill>
                  <a:srgbClr val="F3FBFF"/>
                </a:solidFill>
              </a:rPr>
              <a:t>LAPS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00BEE-93EB-4B2F-9BE1-EB579ED8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336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BB082-218E-4853-A6C6-4F340C3F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5265"/>
                </a:solidFill>
              </a:defRPr>
            </a:pPr>
            <a:r>
              <a:rPr sz="1500" b="1">
                <a:solidFill>
                  <a:srgbClr val="FF5265"/>
                </a:solidFill>
              </a:rPr>
              <a:t>1 PLAYER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B8F3A-C88B-48B9-B376-DF461588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Drive the red P1 car against a blue CPU at LEVEL 1-5.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D6DDC-43F4-4012-A4E4-FF6D6166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71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C159D8-48A2-4B80-A5A0-E6E18B9A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648BFF"/>
                </a:solidFill>
              </a:defRPr>
            </a:pPr>
            <a:r>
              <a:rPr sz="1500" b="1">
                <a:solidFill>
                  <a:srgbClr val="648BFF"/>
                </a:solidFill>
              </a:rPr>
              <a:t>2 PLAYERS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37D6E-A3C3-45EA-940F-5CF35AB5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Two drivers compete on one X68000; two pads are supported.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17950-ED73-4747-959D-3FFF5EE8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102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62A9E-137E-4836-B120-BE900699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6375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D35A"/>
                </a:solidFill>
              </a:defRPr>
            </a:pPr>
            <a:r>
              <a:rPr sz="1500" b="1">
                <a:solidFill>
                  <a:srgbClr val="FFD35A"/>
                </a:solidFill>
              </a:rPr>
              <a:t>DEAD HEAT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476CF-C9BA-4A3A-BFFF-5507D05C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38800"/>
            <a:ext cx="4533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Same 20 Hz finish = draw.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0E5C3-1C24-4057-A09A-5743ACD6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9E99C9-3B8F-44CC-9C83-CF2B5F0A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33045-419C-4355-8524-E2017CB3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232751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165571-404F-4F73-8186-DCF35075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85B8F-C688-438A-B9B3-DE6EEC17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D35A"/>
                </a:solidFill>
              </a:defRPr>
            </a:pPr>
            <a:r>
              <a:rPr sz="1125" b="1">
                <a:solidFill>
                  <a:srgbClr val="FFD35A"/>
                </a:solidFill>
              </a:rPr>
              <a:t>PART 1 / STARTING THE 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9C839-4A01-4764-9F60-BC3DA49D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B84E8-D512-4CB4-A7C0-B98654AA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Choose a course on the way from title to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693F9-EC8B-4B1A-B6D9-CFDEE44D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859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E94F8-1355-40DD-B609-D4F7F9D8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706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SELECT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6B100-CAF0-477F-A86F-7E513B4F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3526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A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83184-985A-4AC1-9B16-4D3A8087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2019300"/>
            <a:ext cx="1859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D28C2-E8EF-4CDE-88B2-82D9D16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190750"/>
            <a:ext cx="1706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CPU LEVEL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AC78D-00E6-459B-921A-43469045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60" y="23526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A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0BB00-D406-47FA-86CF-A64719F2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360" y="2019300"/>
            <a:ext cx="1859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1CAC0-645F-443B-92F1-05EBFD72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2190750"/>
            <a:ext cx="1706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SELECT COURSE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D39D7-6D5D-41E4-B051-CD2B3ACA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3526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A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C44B9-8B4D-4DA2-B2A0-C509CC7F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040" y="2019300"/>
            <a:ext cx="1859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21411-0235-4677-97A2-CC6E227D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190750"/>
            <a:ext cx="1706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HOW TO PLAY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F15441-E8C3-40C4-AE9A-F5E2B902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320" y="235267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A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61ECA-44FD-489C-B273-BA43CCB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720" y="2019300"/>
            <a:ext cx="18592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3E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A8D56-C0BA-42FE-BBB9-F4BDBAEA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2190750"/>
            <a:ext cx="170688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3ED1"/>
                </a:solidFill>
              </a:defRPr>
            </a:pPr>
            <a:r>
              <a:rPr sz="1500" b="1">
                <a:solidFill>
                  <a:srgbClr val="FF3ED1"/>
                </a:solidFill>
              </a:rPr>
              <a:t>START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7994D-C319-467B-A3ED-C91A426B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D35A"/>
                </a:solidFill>
              </a:defRPr>
            </a:pPr>
            <a:r>
              <a:rPr sz="1650" b="1">
                <a:solidFill>
                  <a:srgbClr val="FFD35A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50FEC-A687-4998-9A14-8C8092DF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29AA0-FCC3-45AF-B30A-C2BF1AD0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290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3FBFF"/>
                </a:solidFill>
              </a:defRPr>
            </a:pPr>
            <a:r>
              <a:rPr sz="1725" b="0">
                <a:solidFill>
                  <a:srgbClr val="F3FBFF"/>
                </a:solidFill>
              </a:rPr>
              <a:t>Up/down selects 1P or 2P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C4A37-0F3F-48D4-959E-EAFECC6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D35A"/>
                </a:solidFill>
              </a:defRPr>
            </a:pPr>
            <a:r>
              <a:rPr sz="1650" b="1">
                <a:solidFill>
                  <a:srgbClr val="FFD35A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FC6F6-066C-4D83-A20B-E67906A1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E2754-E178-4E2F-B43D-59759186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100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3FBFF"/>
                </a:solidFill>
              </a:defRPr>
            </a:pPr>
            <a:r>
              <a:rPr sz="1725" b="0">
                <a:solidFill>
                  <a:srgbClr val="F3FBFF"/>
                </a:solidFill>
              </a:rPr>
              <a:t>Left/right changes CPU LEVEL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27DBF-C2A9-4B99-84E6-A1BD53B3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D35A"/>
                </a:solidFill>
              </a:defRPr>
            </a:pPr>
            <a:r>
              <a:rPr sz="1650" b="1">
                <a:solidFill>
                  <a:srgbClr val="FFD35A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E66BA7-CBEC-496C-870C-39A2AE0F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7DA4E2-BCED-441F-BC37-99D5F946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911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3FBFF"/>
                </a:solidFill>
              </a:defRPr>
            </a:pPr>
            <a:r>
              <a:rPr sz="1725" b="0">
                <a:solidFill>
                  <a:srgbClr val="F3FBFF"/>
                </a:solidFill>
              </a:rPr>
              <a:t>Confirm, then select a course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8D815D-29DF-49F9-9A83-6E7F791E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D35A"/>
                </a:solidFill>
              </a:defRPr>
            </a:pPr>
            <a:r>
              <a:rPr sz="1650" b="1">
                <a:solidFill>
                  <a:srgbClr val="FFD35A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14316-E551-41CC-95E6-DAA79DB9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15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B70678-C4AF-40E8-B296-03CFF1CF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721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3FBFF"/>
                </a:solidFill>
              </a:defRPr>
            </a:pPr>
            <a:r>
              <a:rPr sz="1725" b="0">
                <a:solidFill>
                  <a:srgbClr val="F3FBFF"/>
                </a:solidFill>
              </a:rPr>
              <a:t>Review controls, then 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3EC90-402E-440A-BEBD-FEE77ECB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47C610-21FD-4BF7-AE00-137878A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3FF4E9-50B4-4058-80FF-A78299D0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224992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ackground">
            <a:extLst xmlns:a="http://schemas.openxmlformats.org/drawingml/2006/main">
              <a:ext uri="{FF2B5EF4-FFF2-40B4-BE49-F238E27FC236}">
                <a16:creationId xmlns:a16="http://schemas.microsoft.com/office/drawing/2014/main" id="{E7C63870-6269-486C-8F0B-E3FA14AF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874B8A0-EF89-4A01-A5D0-C7BC045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E6"/>
          </a:solidFill>
          <a:ln xmlns:a="http://schemas.openxmlformats.org/drawingml/2006/main" w="0">
            <a:solidFill>
              <a:srgbClr val="00E6E6"/>
            </a:solidFill>
            <a:prstDash val="solid"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628AD59D-EA9B-416F-A56C-723A6035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E6E6"/>
                </a:solidFill>
              </a:defRPr>
            </a:pPr>
            <a:r>
              <a:rPr sz="1350" b="1">
                <a:solidFill>
                  <a:srgbClr val="00E6E6"/>
                </a:solidFill>
              </a:rPr>
              <a:t>PART 1 / COURSE SELECT</a:t>
            </a:r>
          </a:p>
        </p:txBody>
      </p:sp>
      <p:sp>
        <p:nvSpPr>
          <p:cNvPr id="4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8EFFC42-D8C0-4201-A3A7-06DB3109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91D61AC-B3FE-4D50-8586-DF74F7B8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A"/>
                </a:solidFill>
              </a:defRPr>
            </a:pPr>
            <a:r>
              <a:rPr sz="2700" b="1">
                <a:solidFill>
                  <a:srgbClr val="F4F7FA"/>
                </a:solidFill>
              </a:rPr>
              <a:t>Choose one of three courses from rotating previews</a:t>
            </a:r>
          </a:p>
        </p:txBody>
      </p:sp>
      <p:sp>
        <p:nvSpPr>
          <p:cNvPr id="6" name="divider-1">
            <a:extLst xmlns:a="http://schemas.openxmlformats.org/drawingml/2006/main">
              <a:ext uri="{FF2B5EF4-FFF2-40B4-BE49-F238E27FC236}">
                <a16:creationId xmlns:a16="http://schemas.microsoft.com/office/drawing/2014/main" id="{3681A368-B92F-4E31-BECC-0B01A570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66900"/>
            <a:ext cx="9525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7" name="divider-2">
            <a:extLst xmlns:a="http://schemas.openxmlformats.org/drawingml/2006/main">
              <a:ext uri="{FF2B5EF4-FFF2-40B4-BE49-F238E27FC236}">
                <a16:creationId xmlns:a16="http://schemas.microsoft.com/office/drawing/2014/main" id="{3DF947B2-FF44-4738-94F4-005A1422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9525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A52F0-8664-47A4-ABF5-744BF18A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667000" cy="1466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E6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19299-BE12-454E-A357-7C4D6ADE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" y="2426970"/>
            <a:ext cx="1706880" cy="8801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909C"/>
            </a:solidFill>
            <a:prstDash val="solid"/>
          </a:ln>
        </p:spPr>
      </p:sp>
      <p:sp>
        <p:nvSpPr>
          <p:cNvPr id="10" name="course-RING">
            <a:extLst xmlns:a="http://schemas.openxmlformats.org/drawingml/2006/main">
              <a:ext uri="{FF2B5EF4-FFF2-40B4-BE49-F238E27FC236}">
                <a16:creationId xmlns:a16="http://schemas.microsoft.com/office/drawing/2014/main" id="{CC0D8F8A-0D82-423D-93BB-F4135AD4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E6E6"/>
                </a:solidFill>
              </a:defRPr>
            </a:pPr>
            <a:r>
              <a:rPr sz="2400" b="1">
                <a:solidFill>
                  <a:srgbClr val="00E6E6"/>
                </a:solidFill>
              </a:rPr>
              <a:t>RING</a:t>
            </a:r>
          </a:p>
        </p:txBody>
      </p:sp>
      <p:sp>
        <p:nvSpPr>
          <p:cNvPr id="11" name="course-RING-body">
            <a:extLst xmlns:a="http://schemas.openxmlformats.org/drawingml/2006/main">
              <a:ext uri="{FF2B5EF4-FFF2-40B4-BE49-F238E27FC236}">
                <a16:creationId xmlns:a16="http://schemas.microsoft.com/office/drawing/2014/main" id="{4AA454CC-8819-4A8C-9DE3-43C848F7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Balanced classic ring</a:t>
            </a:r>
          </a:p>
          <a:p xmlns:a="http://schemas.openxmlformats.org/drawingml/2006/main">
            <a:pPr algn="ctr"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Learn gates, lines, and tackles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255BD-8BA5-434C-B785-C143E5DA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33600"/>
            <a:ext cx="2895600" cy="14668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F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F6CCE-F0C5-44D0-8BFC-7157894D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108" y="2426970"/>
            <a:ext cx="1853184" cy="88011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909C"/>
            </a:solidFill>
            <a:prstDash val="solid"/>
          </a:ln>
        </p:spPr>
      </p:sp>
      <p:sp>
        <p:nvSpPr>
          <p:cNvPr id="14" name="course-OVAL">
            <a:extLst xmlns:a="http://schemas.openxmlformats.org/drawingml/2006/main">
              <a:ext uri="{FF2B5EF4-FFF2-40B4-BE49-F238E27FC236}">
                <a16:creationId xmlns:a16="http://schemas.microsoft.com/office/drawing/2014/main" id="{7F6FC10C-7DF0-4F9C-92E9-6548E3AB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05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4F7FA"/>
                </a:solidFill>
              </a:defRPr>
            </a:pPr>
            <a:r>
              <a:rPr sz="2400" b="1">
                <a:solidFill>
                  <a:srgbClr val="F4F7FA"/>
                </a:solidFill>
              </a:rPr>
              <a:t>OVAL</a:t>
            </a:r>
          </a:p>
        </p:txBody>
      </p:sp>
      <p:sp>
        <p:nvSpPr>
          <p:cNvPr id="15" name="course-OVAL-body">
            <a:extLst xmlns:a="http://schemas.openxmlformats.org/drawingml/2006/main">
              <a:ext uri="{FF2B5EF4-FFF2-40B4-BE49-F238E27FC236}">
                <a16:creationId xmlns:a16="http://schemas.microsoft.com/office/drawing/2014/main" id="{8DBA5CA0-6097-4B1B-8488-F3ACFA20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5720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Wide high-speed oval</a:t>
            </a:r>
          </a:p>
          <a:p xmlns:a="http://schemas.openxmlformats.org/drawingml/2006/main">
            <a:pPr algn="ctr"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Connect acceleration and boost zones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2CC0B-8DB7-476A-A1D7-0E893E09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2667000" cy="146685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35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4AE24-07E1-4909-BD06-DA244565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0" y="2426970"/>
            <a:ext cx="1706880" cy="880110"/>
          </a:xfrm>
          <a:prstGeom xmlns:a="http://schemas.openxmlformats.org/drawingml/2006/main" prst="hexagon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8909C"/>
            </a:solidFill>
            <a:prstDash val="solid"/>
          </a:ln>
        </p:spPr>
      </p:sp>
      <p:sp>
        <p:nvSpPr>
          <p:cNvPr id="18" name="course-PULSE">
            <a:extLst xmlns:a="http://schemas.openxmlformats.org/drawingml/2006/main">
              <a:ext uri="{FF2B5EF4-FFF2-40B4-BE49-F238E27FC236}">
                <a16:creationId xmlns:a16="http://schemas.microsoft.com/office/drawing/2014/main" id="{86587C36-3ACC-4054-908D-51507258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35D3"/>
                </a:solidFill>
              </a:defRPr>
            </a:pPr>
            <a:r>
              <a:rPr sz="2400" b="1">
                <a:solidFill>
                  <a:srgbClr val="FF35D3"/>
                </a:solidFill>
              </a:rPr>
              <a:t>PULSE</a:t>
            </a:r>
          </a:p>
        </p:txBody>
      </p:sp>
      <p:sp>
        <p:nvSpPr>
          <p:cNvPr id="19" name="course-PULSE-body">
            <a:extLst xmlns:a="http://schemas.openxmlformats.org/drawingml/2006/main">
              <a:ext uri="{FF2B5EF4-FFF2-40B4-BE49-F238E27FC236}">
                <a16:creationId xmlns:a16="http://schemas.microsoft.com/office/drawing/2014/main" id="{CA39B3F3-E0B5-4761-A353-EAF28BEF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720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Three-apex technical loop</a:t>
            </a:r>
          </a:p>
          <a:p xmlns:a="http://schemas.openxmlformats.org/drawingml/2006/main">
            <a:pPr algn="ctr">
              <a:defRPr sz="1500" b="0">
                <a:solidFill>
                  <a:srgbClr val="F4F7FA"/>
                </a:solidFill>
              </a:defRPr>
            </a:pPr>
            <a:r>
              <a:rPr sz="1500" b="0">
                <a:solidFill>
                  <a:srgbClr val="F4F7FA"/>
                </a:solidFill>
              </a:rPr>
              <a:t>Read the next apex and gate early</a:t>
            </a:r>
          </a:p>
        </p:txBody>
      </p:sp>
      <p:sp>
        <p:nvSpPr>
          <p:cNvPr id="20" name="control-rule">
            <a:extLst xmlns:a="http://schemas.openxmlformats.org/drawingml/2006/main">
              <a:ext uri="{FF2B5EF4-FFF2-40B4-BE49-F238E27FC236}">
                <a16:creationId xmlns:a16="http://schemas.microsoft.com/office/drawing/2014/main" id="{B7B44F97-A3AD-4395-BB8D-DC6CA01A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667500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6E6"/>
          </a:solidFill>
          <a:ln xmlns:a="http://schemas.openxmlformats.org/drawingml/2006/main" w="0">
            <a:solidFill>
              <a:srgbClr val="00E6E6"/>
            </a:solidFill>
            <a:prstDash val="solid"/>
          </a:ln>
        </p:spPr>
      </p:sp>
      <p:sp>
        <p:nvSpPr>
          <p:cNvPr id="21" name="controls">
            <a:extLst xmlns:a="http://schemas.openxmlformats.org/drawingml/2006/main">
              <a:ext uri="{FF2B5EF4-FFF2-40B4-BE49-F238E27FC236}">
                <a16:creationId xmlns:a16="http://schemas.microsoft.com/office/drawing/2014/main" id="{C733096F-991F-4A4B-A3AE-A431523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58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A"/>
                </a:solidFill>
              </a:defRPr>
            </a:pPr>
            <a:r>
              <a:rPr sz="1500" b="1">
                <a:solidFill>
                  <a:srgbClr val="F4F7FA"/>
                </a:solidFill>
              </a:rPr>
              <a:t>LEFT / RIGHT  SELECT     SPACE / BUTTON 1  CONFIRM     ESC  TITLE</a:t>
            </a:r>
          </a:p>
        </p:txBody>
      </p:sp>
      <p:sp>
        <p:nvSpPr>
          <p:cNvPr id="22" name="common-rules">
            <a:extLst xmlns:a="http://schemas.openxmlformats.org/drawingml/2006/main">
              <a:ext uri="{FF2B5EF4-FFF2-40B4-BE49-F238E27FC236}">
                <a16:creationId xmlns:a16="http://schemas.microsoft.com/office/drawing/2014/main" id="{2BE10E95-CCDE-4E35-A8D2-2E746AE8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485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909C"/>
                </a:solidFill>
              </a:defRPr>
            </a:pPr>
            <a:r>
              <a:rPr sz="1275" b="0">
                <a:solidFill>
                  <a:srgbClr val="78909C"/>
                </a:solidFill>
              </a:rPr>
              <a:t>ALL COURSES: 3 LAPS / SAME PHYSICS / ACTIVE GATE / CATCH-UP BOOST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6287380-84EB-48F4-A93D-1AE75D6F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00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09C"/>
          </a:solidFill>
          <a:ln xmlns:a="http://schemas.openxmlformats.org/drawingml/2006/main" w="0">
            <a:solidFill>
              <a:srgbClr val="78909C"/>
            </a:solidFill>
            <a:prstDash val="solid"/>
          </a:ln>
        </p:spPr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480DFD-C80D-4432-BCCC-AA06ADBE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909C"/>
                </a:solidFill>
              </a:defRPr>
            </a:pPr>
            <a:r>
              <a:rPr sz="975" b="1">
                <a:solidFill>
                  <a:srgbClr val="78909C"/>
                </a:solidFill>
              </a:rPr>
              <a:t>WIRE DRIFT RACERS</a:t>
            </a:r>
          </a:p>
        </p:txBody>
      </p:sp>
      <p:sp>
        <p:nvSpPr>
          <p:cNvPr id="2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27ED5E2-7A33-4FB9-8DBC-DA3778D7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0962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8909C"/>
                </a:solidFill>
              </a:defRPr>
            </a:pPr>
            <a:r>
              <a:rPr sz="975" b="0">
                <a:solidFill>
                  <a:srgbClr val="78909C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81042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516888-F1A0-46FB-A182-126A9AAD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F6541-A326-4AC3-A951-FEF7A685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5265"/>
                </a:solidFill>
              </a:defRPr>
            </a:pPr>
            <a:r>
              <a:rPr sz="1125" b="1">
                <a:solidFill>
                  <a:srgbClr val="FF5265"/>
                </a:solidFill>
              </a:rPr>
              <a:t>PART 1 /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2A17C-8FC0-4EBE-9148-9CADF240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EB09D-4E1C-4BC9-B779-4BC3AA8C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Learn each driver's controls on one 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B80D9-A356-4079-BF0D-2535F9E1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5265"/>
                </a:solidFill>
              </a:defRPr>
            </a:pPr>
            <a:r>
              <a:rPr sz="1950" b="1">
                <a:solidFill>
                  <a:srgbClr val="FF5265"/>
                </a:solidFill>
              </a:rPr>
              <a:t>PLAYER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A011C-4A9D-47BC-891D-34681863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0763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3F646-807B-4CB3-91E0-AE757FA2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ACCELERATE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DCCED-244D-4229-8A90-2885039E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431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BB76C-8116-4A4C-B367-F6261605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384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W / PAD 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69469-80FF-4337-BDA5-54930A3C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DECELERATE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2E1BE-336E-408B-A9CA-5C427883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6232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2456F-4D75-4745-AD88-65CE2D60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575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S / PAD 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676FE-B99C-4963-AE73-A8DD723E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DRIFT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DFD4F-791C-4990-A17C-0ED1C619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814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4F668D-AEC2-47F1-A45F-B5C8BB3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767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A-D / PAD L-R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3CD7E-ED76-45B2-9B08-C8C1B184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B0F97-96DE-4410-B29E-876A40E6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0062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6E3FE-41AE-40F4-86E3-9B971AA4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958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Q / BUTTON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7FAC3-D5CA-47E0-AC9B-286D3A91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BRAKE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35494-FE2C-451D-AADF-49C2D6E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197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9D4B1-7FEA-4C33-82A6-9EB5413C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150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E / BUTTON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CE4E8-D219-4322-8E60-30302A76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648BFF"/>
                </a:solidFill>
              </a:defRPr>
            </a:pPr>
            <a:r>
              <a:rPr sz="1950" b="1">
                <a:solidFill>
                  <a:srgbClr val="648BFF"/>
                </a:solidFill>
              </a:rPr>
              <a:t>PLAYER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D7F8F-8813-4BAB-90AB-4D48F800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90763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08B151-075D-4908-9357-819EF33E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ACCELERATE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ED380-CE98-4151-88FF-0D1683DA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431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3F1D8-97C0-4AD7-8EBE-A26A27DB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384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CURSOR 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8C1B10-1B53-4091-AE8A-BC979181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38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DECELERATE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5FA9D5-C44A-4A11-9CB6-7B2EFE1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6232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1DF9AB-3992-40BB-A8D0-070E3DC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575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CURSOR DOWN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4FEA25-B638-4184-B003-408043B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576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DRIFT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E9F55F-496D-4BE3-9759-D5FA457A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814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AA2ECF-9B84-4C0D-BBDF-891CB95C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767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CURSOR L-R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FC8520-E77B-4EE8-B3F4-BA6F91FB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768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BOOST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67A2AA-DCA5-446A-9357-142550D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0062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D4B767-1139-4759-AD95-29C58CFC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958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N / BUTTON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42F888-DA3B-4131-BD81-D7E85551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8959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92A7B8"/>
                </a:solidFill>
              </a:defRPr>
            </a:pPr>
            <a:r>
              <a:rPr sz="1425" b="1">
                <a:solidFill>
                  <a:srgbClr val="92A7B8"/>
                </a:solidFill>
              </a:rPr>
              <a:t>BRAKE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8E431B-F8BC-4144-8B19-7E6FF10F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19775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C5DDC4-7E02-454F-9ED0-9E7C1148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1502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3FBFF"/>
                </a:solidFill>
              </a:defRPr>
            </a:pPr>
            <a:r>
              <a:rPr sz="1425" b="1">
                <a:solidFill>
                  <a:srgbClr val="F3FBFF"/>
                </a:solidFill>
              </a:rPr>
              <a:t>M / BUTTON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624675-AC08-4AD9-9401-F8389705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1628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D35A"/>
                </a:solidFill>
              </a:defRPr>
            </a:pPr>
            <a:r>
              <a:rPr sz="1425" b="1">
                <a:solidFill>
                  <a:srgbClr val="FFD35A"/>
                </a:solidFill>
              </a:rPr>
              <a:t>ESC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AED9B7-2DC9-4751-BF76-BD204C1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75438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92A7B8"/>
                </a:solidFill>
              </a:defRPr>
            </a:pPr>
            <a:r>
              <a:rPr sz="1275" b="0">
                <a:solidFill>
                  <a:srgbClr val="92A7B8"/>
                </a:solidFill>
              </a:rPr>
              <a:t>RETURN TO TITLE DURING A RACE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327BB3-F232-4CB6-99E8-5AF7A52E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70910F-B4C5-4F91-8025-787FFF58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49A6F7-301D-4D15-BAD3-D93A85D2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073295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ED690C-8FFD-42BA-92E1-8E9A5922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ADD4E-8F1C-47D4-9497-55572AEE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48BFF"/>
                </a:solidFill>
              </a:defRPr>
            </a:pPr>
            <a:r>
              <a:rPr sz="1125" b="1">
                <a:solidFill>
                  <a:srgbClr val="648BFF"/>
                </a:solidFill>
              </a:rPr>
              <a:t>PART 1 / RACE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836DA-06C1-4C1C-9610-B874AE4A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F381E-13BB-428E-8BE0-7F9B4C14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The HUD tells you what to do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ED4F8-376F-4958-85B0-DAC09729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72390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4056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1A931-2659-4AD8-921D-DA7BFBF1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5265"/>
                </a:solidFill>
              </a:defRPr>
            </a:pPr>
            <a:r>
              <a:rPr sz="1425" b="1">
                <a:solidFill>
                  <a:srgbClr val="FF5265"/>
                </a:solidFill>
              </a:rPr>
              <a:t>P1  LAP 1 /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CD456-7D2A-4285-983C-56E621EC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76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648BFF"/>
                </a:solidFill>
              </a:defRPr>
            </a:pPr>
            <a:r>
              <a:rPr sz="1425" b="1">
                <a:solidFill>
                  <a:srgbClr val="648BFF"/>
                </a:solidFill>
              </a:rPr>
              <a:t>CPU  LAP 1 /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31A5C-B1EA-483E-96B8-5B91E38C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AF97C-7D8F-4172-8F14-F674BB57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08136-236D-408B-82EA-FE5A69F7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BAD6B-E38B-4AC0-8E78-FA8808F9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7A202-D3EF-46CA-8202-8F50DC53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1A582-5E79-4C9D-9846-9B6E4D6E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892545-34CE-4333-B703-2CEE8EC1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84CB6-9476-4F7C-B472-A151E2EA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0F01D-5486-42FE-93C5-2EB5337A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1764B-225A-4026-8AB8-B46E8256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05503-56DE-4F3A-8636-BD5D504F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34C62-B218-4E9C-A403-1A9D6CE4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15A4C-E68E-4E77-81A8-00E20A44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94C2E9-58FF-4E41-B0B0-900F8004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CEE78-6B96-4FBD-B310-B35A9A1B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F5D8F-9679-4522-A33A-54AEF014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98B75-89EA-4814-A1EB-05752DFE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05175"/>
            <a:ext cx="485775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F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F98F1-2655-4747-9691-1A1748F6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00475"/>
            <a:ext cx="2914650" cy="1485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2A7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35069-2AF1-4EB0-9ED7-66D7924E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28637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8D06E-A13C-4ABA-8C6A-B7BEA826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471" y="5307711"/>
            <a:ext cx="464058" cy="243078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CC2A47-270A-4E5E-81CE-8C7A1597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437" y="5362956"/>
            <a:ext cx="254127" cy="12706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6EA5BC-5974-411F-8635-3E68362A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346" y="3974211"/>
            <a:ext cx="464058" cy="243078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7638F7-27EF-4D58-9AB4-EF0933EF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312" y="4029456"/>
            <a:ext cx="254127" cy="12706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017F3C-347E-4494-96D0-4518F398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413" y="5286375"/>
            <a:ext cx="47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11A32-F2F7-4CCC-B341-5A3458EF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907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5F2EA"/>
                </a:solidFill>
              </a:defRPr>
            </a:pPr>
            <a:r>
              <a:rPr sz="1350" b="1">
                <a:solidFill>
                  <a:srgbClr val="35F2EA"/>
                </a:solidFill>
              </a:rPr>
              <a:t>LAP COUNT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948714-6AEE-42D8-BA24-944D78AC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240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8D85D5-1991-4D3E-8980-DD10F447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384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5F2EA"/>
                </a:solidFill>
              </a:defRPr>
            </a:pPr>
            <a:r>
              <a:rPr sz="1350" b="1">
                <a:solidFill>
                  <a:srgbClr val="35F2EA"/>
                </a:solidFill>
              </a:rPr>
              <a:t>8-STEP BOOST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046196-9FF4-4984-AF39-90ED2749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717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8270DE-B987-4F19-BAB0-B1F9D4CF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052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D35A"/>
                </a:solidFill>
              </a:defRPr>
            </a:pPr>
            <a:r>
              <a:rPr sz="1350" b="1">
                <a:solidFill>
                  <a:srgbClr val="FFD35A"/>
                </a:solidFill>
              </a:rPr>
              <a:t>ACTIVE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8ECDD3-24BD-421A-8770-61D1F85F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385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A5B66D-1F20-49BC-AD40-B3006C64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910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5265"/>
                </a:solidFill>
              </a:defRPr>
            </a:pPr>
            <a:r>
              <a:rPr sz="1350" b="1">
                <a:solidFill>
                  <a:srgbClr val="FF5265"/>
                </a:solidFill>
              </a:rPr>
              <a:t>RED = P1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B850A9-1EAA-459F-AD22-7D231A16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244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B06ACD-B641-4548-B3EC-C28F75BF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435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48BFF"/>
                </a:solidFill>
              </a:defRPr>
            </a:pPr>
            <a:r>
              <a:rPr sz="1350" b="1">
                <a:solidFill>
                  <a:srgbClr val="648BFF"/>
                </a:solidFill>
              </a:rPr>
              <a:t>BLUE = P2 / CPU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9B1680-5B03-4521-A772-FC6178E9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768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B2DC28-5096-4E67-900D-AFA65FE3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2FDA2E-618F-4C93-B68E-6A7824D9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AF1705-5D0A-4869-A5EE-A473DE0D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326669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D16D7-CD41-4F88-80E3-4A8F3FE4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132E4-F662-49AC-815F-3E3EDF66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5F2EA"/>
                </a:solidFill>
              </a:defRPr>
            </a:pPr>
            <a:r>
              <a:rPr sz="1125" b="1">
                <a:solidFill>
                  <a:srgbClr val="35F2EA"/>
                </a:solidFill>
              </a:rPr>
              <a:t>PART 1 /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44A4B-A398-4D3B-A66E-1FA8F2CD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3489A-3001-49CB-8EAF-CA0723C8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Four rules decide every 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6A448-CE91-4801-8AF3-83981A8F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800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36A8C-2C83-410E-9F9E-C6AB73AA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35F2EA"/>
                </a:solidFill>
              </a:defRPr>
            </a:pPr>
            <a:r>
              <a:rPr sz="1875" b="1">
                <a:solidFill>
                  <a:srgbClr val="35F2EA"/>
                </a:solidFill>
              </a:rPr>
              <a:t>3 LAPS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85262-AAF8-4949-9747-17595469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267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Cross the start line in the forward direction to advance.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227FA-8B98-4663-B5C8-AF5AAE94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4800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3E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7DA36-9E32-4312-A152-221A2BA8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3ED1"/>
                </a:solidFill>
              </a:defRPr>
            </a:pPr>
            <a:r>
              <a:rPr sz="1875" b="1">
                <a:solidFill>
                  <a:srgbClr val="FF3ED1"/>
                </a:solidFill>
              </a:rPr>
              <a:t>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BBE89-8A25-4315-9BCD-7A5925A5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62250"/>
            <a:ext cx="4267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Winner and lap counts remain visible for about five seconds.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FC868-D587-4A5A-BF7C-6C9E1824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800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D3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F254E-F835-441F-9A43-21E3E416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D35A"/>
                </a:solidFill>
              </a:defRPr>
            </a:pPr>
            <a:r>
              <a:rPr sz="1875" b="1">
                <a:solidFill>
                  <a:srgbClr val="FFD35A"/>
                </a:solidFill>
              </a:rPr>
              <a:t>INPUT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0A419-E550-4D92-93D2-DFF1DEEC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4267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The return timer waits until finish-line inputs are released.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61064-347F-4A23-9ADC-BEF5D812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4800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14130-1C7E-42B5-92BF-A705871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76800"/>
            <a:ext cx="426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648BFF"/>
                </a:solidFill>
              </a:defRPr>
            </a:pPr>
            <a:r>
              <a:rPr sz="1875" b="1">
                <a:solidFill>
                  <a:srgbClr val="648BFF"/>
                </a:solidFill>
              </a:rPr>
              <a:t>ESC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51D6D-3F98-48A9-AE07-1B239308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05450"/>
            <a:ext cx="4267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Return to title during a race; the title never exits to darkness.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6BA1F-0F3A-4518-A38E-20B9F638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FDEA0-4CB7-4593-B52A-C5176A46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0F349-0F25-4A1D-8AC8-D444980F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0139572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0CD324-B900-4968-896A-6F982A0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9FB2B-DC85-40DE-9CF9-517BCA6B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D35A"/>
                </a:solidFill>
              </a:defRPr>
            </a:pPr>
            <a:r>
              <a:rPr sz="1125" b="1">
                <a:solidFill>
                  <a:srgbClr val="FFD35A"/>
                </a:solidFill>
              </a:rPr>
              <a:t>PART 1 / BOOST + ACTIVE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ABB48-8027-4DBA-999E-7E6462C1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8554C-7337-4CF8-9970-A11E7EEE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Gates and boost reshape the racing 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189E8-2CEF-4FC7-B621-C53C3191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F5265"/>
                </a:solidFill>
              </a:defRPr>
            </a:pPr>
            <a:r>
              <a:rPr sz="2550" b="1">
                <a:solidFill>
                  <a:srgbClr val="FF5265"/>
                </a:solidFill>
              </a:rPr>
              <a:t>BOOST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6C52C-CE05-4EA2-A73C-C4490CB0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5CDF6-346F-44C0-8910-78B2935C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DA37D-4FE0-446F-944F-6703790F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6EAAA-E8F8-4F3D-8ED8-AAA5A55E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C0A63-6A4B-45F8-B8A7-C3233170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78FEC-90C6-4CB9-876E-D9BCF86E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7146D-6038-4AC4-9F4E-B0B4C717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5270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93375-3848-4C5F-95C0-AF53F80C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5270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6DBB1-59B0-461C-AF7C-5428E0A2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016" y="3467481"/>
            <a:ext cx="944118" cy="494538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3F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85A28-D693-47F4-B653-1216268C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567" y="3579876"/>
            <a:ext cx="517017" cy="258508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78100-6E4C-41D6-B02A-68FE6DF0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19588"/>
            <a:ext cx="97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6017A-3443-49A2-A408-2AF19069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624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9E7E9-7EC4-400E-9DF2-2FB88A91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Break past normal speed 320 toward boost speed 512 at acceleration 32. The car brightens while the gauge drains.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CF129-F3BE-4160-B504-BA2A63DD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49470-3389-47FA-87E0-6A28F1A1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66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FD35A"/>
                </a:solidFill>
              </a:defRPr>
            </a:pPr>
            <a:r>
              <a:rPr sz="2550" b="1">
                <a:solidFill>
                  <a:srgbClr val="FFD35A"/>
                </a:solidFill>
              </a:rPr>
              <a:t>ACTIVE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11B39B-8278-4A05-9050-542CE509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19375"/>
            <a:ext cx="3810000" cy="2333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43CAF-5370-4BED-BC8F-AD4F17B3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86100"/>
            <a:ext cx="2286000" cy="1400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6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49AD3-C7A0-4705-8F88-DA2B56E1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86275"/>
            <a:ext cx="38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C1CA3-A6C8-434D-8D61-9915D8D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4476750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B564B0-E5EE-4538-AAD3-0618DCFB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575" b="0">
                <a:solidFill>
                  <a:srgbClr val="F3FBFF"/>
                </a:solidFill>
              </a:defRPr>
            </a:pPr>
            <a:r>
              <a:rPr sz="1575" b="0">
                <a:solidFill>
                  <a:srgbClr val="F3FBFF"/>
                </a:solidFill>
              </a:rPr>
              <a:t>Three gates light in an inner, center, or outer lane. First arrival earns boost; the claimed gate stays dark for about three seconds.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DA90F2-B5DD-4B51-814F-B0F97736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63E83C-492A-41FA-81F5-1FF3E80D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557C32-1902-43D8-83D7-9E120A1D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304501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6C4252-363C-4FD1-A6CC-E6E3E5DB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0487B-94DD-41A0-89AF-AB974202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3ED1"/>
                </a:solidFill>
              </a:defRPr>
            </a:pPr>
            <a:r>
              <a:rPr sz="1125" b="1">
                <a:solidFill>
                  <a:srgbClr val="FF3ED1"/>
                </a:solidFill>
              </a:rPr>
              <a:t>PART 1 / BATTLE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F4A64-E6F6-481A-8A1A-E29A7145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771E5-A8A3-4FA2-AD1E-E1EE2618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Contact is not an accident; it is a comeback weapon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29EAB-6A9A-49D4-80E2-717FDA75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758" y="2584133"/>
            <a:ext cx="680085" cy="35623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5EFCB-7901-400D-A099-3C2CF432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86" y="2665095"/>
            <a:ext cx="372428" cy="18621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3C437-6998-48D9-8A13-C9B9E7B5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458" y="2584133"/>
            <a:ext cx="680085" cy="35623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9ABED-9790-4858-837C-7651D321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286" y="2665095"/>
            <a:ext cx="372428" cy="18621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79E90-88DB-4FDA-AC8C-27337241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38438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5827-8F03-44A1-91E2-465DEFFC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3ED1"/>
                </a:solidFill>
              </a:defRPr>
            </a:pPr>
            <a:r>
              <a:rPr sz="1950" b="1">
                <a:solidFill>
                  <a:srgbClr val="FF3ED1"/>
                </a:solidFill>
              </a:rPr>
              <a:t>DRIFT TACKLE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39E8C-6E87-4928-B9B1-0412677F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762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Drift toward the rival while touching to push the car across the lane. Rail contact causes extra slowdown, but the attacker also loses speed.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32295-5C7A-47A8-B8D3-03342002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790700"/>
            <a:ext cx="190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20507-923C-43C1-BC29-7CF1604A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464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5F2EA"/>
                </a:solidFill>
              </a:defRPr>
            </a:pPr>
            <a:r>
              <a:rPr sz="1950" b="1">
                <a:solidFill>
                  <a:srgbClr val="35F2EA"/>
                </a:solidFill>
              </a:rPr>
              <a:t>CATCH-UP BOOST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6B315-17AD-4751-A0D6-03F0ED29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B6372-0E81-49B8-BB44-4E4EA4CD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098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74BDC-B9E7-483E-9493-1FE1179A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5FB81-15FD-4BB0-9FA5-8DF47AC3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B0D20E-A38B-4AB8-A59B-D2642B23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CCD83-9F39-46C8-9DC1-6ED4A6D2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6270C-481D-467C-B0F3-09D9C05D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DFCDB-C32A-40E7-B10A-4CC0207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098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79CED-C9B7-4E4C-9AF4-E11B9925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4362B-69F1-493C-94A7-DE2AC29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289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71C68-A55A-4BDB-ABCA-22D0272A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8FA735-A8E6-4C1B-9438-C7475B53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289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36019-BA00-40A5-92CF-6436A4E7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289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43F525-8775-4149-9DDE-E2818AFF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289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226CF9-A9C6-470B-8DB0-3C327440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3E2C2B-8BAC-46AA-88A9-0FD35588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0289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74C982-A7BE-4D45-82C4-10443D87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19500"/>
            <a:ext cx="4476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A trailing car slowly recovers boost as the gap grows. Speed is never automatic; the driver decides where to spend the energy.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68AE07-1625-45C0-A24C-4B297E6A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9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D35A"/>
                </a:solidFill>
              </a:defRPr>
            </a:pPr>
            <a:r>
              <a:rPr sz="1650" b="1">
                <a:solidFill>
                  <a:srgbClr val="FFD35A"/>
                </a:solidFill>
              </a:rPr>
              <a:t>CPU LEVEL 1  2  3  4  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6EF85B-5396-462A-B073-DACB46E0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150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92A7B8"/>
                </a:solidFill>
              </a:defRPr>
            </a:pPr>
            <a:r>
              <a:rPr sz="1425" b="0">
                <a:solidFill>
                  <a:srgbClr val="92A7B8"/>
                </a:solidFill>
              </a:rPr>
              <a:t>SAME PHYSICS. DIFFERENT DECISIONS.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7FDB51-88C1-49AB-9B57-D5109CE6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D7B29A-3336-47F7-A18A-104C0B20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17C06A-4F14-4AFA-B0C9-6261B3E6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945029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B2164C-BDC1-46F7-96E0-7B7F376B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2B7A5-6A9E-4D88-8484-27EAE04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648BFF"/>
                </a:solidFill>
              </a:defRPr>
            </a:pPr>
            <a:r>
              <a:rPr sz="1125" b="1">
                <a:solidFill>
                  <a:srgbClr val="648BFF"/>
                </a:solidFill>
              </a:rPr>
              <a:t>PART 1 / CPU LEVEL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189D4-B2FE-49A7-9739-303D8E3C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97021-7762-4878-802D-56219667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CPU LEVEL changes decision speed and aiming 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D736F-2C32-4C65-B3A1-222BEA77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92A7B8"/>
                </a:solidFill>
              </a:defRPr>
            </a:pPr>
            <a:r>
              <a:rPr sz="1275" b="1">
                <a:solidFill>
                  <a:srgbClr val="92A7B8"/>
                </a:solidFill>
              </a:rPr>
              <a:t>LEVEL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E20E2-44C1-418D-962D-D9A1C8E0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92A7B8"/>
                </a:solidFill>
              </a:defRPr>
            </a:pPr>
            <a:r>
              <a:rPr sz="1275" b="1">
                <a:solidFill>
                  <a:srgbClr val="92A7B8"/>
                </a:solidFill>
              </a:rPr>
              <a:t>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F6915-1DD3-4F2D-9A97-D96B8382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92A7B8"/>
                </a:solidFill>
              </a:defRPr>
            </a:pPr>
            <a:r>
              <a:rPr sz="1275" b="1">
                <a:solidFill>
                  <a:srgbClr val="92A7B8"/>
                </a:solidFill>
              </a:rPr>
              <a:t>RECOMMENDED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F01F1-F72B-4F9A-A7BD-7A6CBAFA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058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BC294-C656-422B-AD39-01E98EEF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3FBFF"/>
                </a:solidFill>
              </a:defRPr>
            </a:pPr>
            <a:r>
              <a:rPr sz="2025" b="1">
                <a:solidFill>
                  <a:srgbClr val="F3FB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2C8D3-55FE-4F2C-93CD-A8AD160E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431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SLOW / WIDE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3F6D4-1A5A-46AD-A49F-6D5FB7F1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431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FIRST 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A2161-5730-4015-94AE-A42F2EE0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058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59DD0-C216-45DD-AD14-41EAB42E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3FBFF"/>
                </a:solidFill>
              </a:defRPr>
            </a:pPr>
            <a:r>
              <a:rPr sz="2025" b="1">
                <a:solidFill>
                  <a:srgbClr val="F3FB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3F0DD-85ED-42D9-983D-73269245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385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SHORT BOOSTS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0F161-38C9-477B-BAE1-2B42EAE5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385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783EE-8882-49B9-8EFA-0A67AC98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058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D27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62CEA-FFBE-4BB4-A1FA-6A384236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5F2EA"/>
                </a:solidFill>
              </a:defRPr>
            </a:pPr>
            <a:r>
              <a:rPr sz="2025" b="1">
                <a:solidFill>
                  <a:srgbClr val="35F2EA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66579-8CB7-4EF8-9E47-9FCE0577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338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STANDARD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67322-767A-408C-B77B-4261F7D1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338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NORMAL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5BEDF-11EA-45D1-A652-FFCC48F3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058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3BD7F-8A0E-4701-B841-410CD42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3FBFF"/>
                </a:solidFill>
              </a:defRPr>
            </a:pPr>
            <a:r>
              <a:rPr sz="2025" b="1">
                <a:solidFill>
                  <a:srgbClr val="F3FB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685AE-DFD3-4EEE-A91A-E9018E18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29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FAST / LONG BOOSTS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461DCB-6592-4891-8F96-05715EDD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292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ADVANCED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C43F6-A226-4D1C-89E2-4976FFD0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58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73E28-A439-40AA-9870-4DF95179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F3FBFF"/>
                </a:solidFill>
              </a:defRPr>
            </a:pPr>
            <a:r>
              <a:rPr sz="2025" b="1">
                <a:solidFill>
                  <a:srgbClr val="F3FB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930677-89E7-4D0A-9008-1313A470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1245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3FBFF"/>
                </a:solidFill>
              </a:defRPr>
            </a:pPr>
            <a:r>
              <a:rPr sz="1500" b="1">
                <a:solidFill>
                  <a:srgbClr val="F3FBFF"/>
                </a:solidFill>
              </a:rPr>
              <a:t>FAST / ACCURATE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1CD60-7B87-4567-AC9F-6F622125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245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CHALLENGE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243C4-3AE9-4914-A1F9-98DA3EB8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0"/>
            <a:ext cx="1005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FFD35A"/>
                </a:solidFill>
              </a:defRPr>
            </a:pPr>
            <a:r>
              <a:rPr sz="1500" b="0">
                <a:solidFill>
                  <a:srgbClr val="FFD35A"/>
                </a:solidFill>
              </a:rPr>
              <a:t>The CPU limits boost while far ahead. Every level shares the same speed limits and race rules.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2D3AE0-6DBF-4AEA-88DD-6484D871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90653E-BF2C-4F96-B3D9-2632AEB8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0330A7-EE17-4471-BF74-255B5DE4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0089813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44656-5F4F-408D-A5C0-84187072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435B-E674-49DF-8C4D-3D3092DE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250" b="1">
                <a:solidFill>
                  <a:srgbClr val="FF3ED1"/>
                </a:solidFill>
              </a:defRPr>
            </a:pPr>
            <a:r>
              <a:rPr sz="5250" b="1">
                <a:solidFill>
                  <a:srgbClr val="FF3ED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F965F-E580-4F01-9233-6BE78367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3FBFF"/>
                </a:solidFill>
              </a:defRPr>
            </a:pPr>
            <a:r>
              <a:rPr sz="3600" b="1">
                <a:solidFill>
                  <a:srgbClr val="F3FBFF"/>
                </a:solidFill>
              </a:rPr>
              <a:t>PART 2 / RACING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8DB9B-D9E8-4750-B596-3659C3CC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92A7B8"/>
                </a:solidFill>
              </a:defRPr>
            </a:pPr>
            <a:r>
              <a:rPr sz="1875" b="0">
                <a:solidFill>
                  <a:srgbClr val="92A7B8"/>
                </a:solidFill>
              </a:rPr>
              <a:t>Win by combining the line, the gate, and controlled contact.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9B2E2-1977-4A37-BB31-BAC8DCAB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02920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448F4-02D2-4E1B-B6EE-576BCD4D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714" y="4857750"/>
            <a:ext cx="3592286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8DF2B-526B-446C-81A2-3705831A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629" y="4857750"/>
            <a:ext cx="2155371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C3F73-84DA-4530-AAFA-0BE25FAB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543" y="4857750"/>
            <a:ext cx="718457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A0B8C-49CA-4ADB-9BAA-F6AC979B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718457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A274D-EDE4-4B94-83F3-156144CA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2155371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A974B-F5CD-432D-875C-EEA36078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3592286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419ED-E538-4F7F-A730-5473DFFE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502920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ECDB0-9922-4958-8FDB-CEDC233D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226" y="5348288"/>
            <a:ext cx="233354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4144E-244F-4447-80C9-AA29F5F1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619" y="5843588"/>
            <a:ext cx="426476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AF38E-DABC-416A-B4F1-19E12881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013" y="6338888"/>
            <a:ext cx="619597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F5999-1187-4D50-BBDF-DDB06CDA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06" y="6834188"/>
            <a:ext cx="812718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96DAF-0BE4-4617-A570-45B79166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29488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38D6E-C149-4171-A5E0-AAE07973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5143500" cy="2000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3E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FE88D-788E-4716-AC66-5B3DFA21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3086100" cy="1200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0566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C2C6B-BAE7-4D21-8101-74BE25CA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61150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F827B-0965-4603-BA98-808B7206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464" y="5983224"/>
            <a:ext cx="576072" cy="30175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724DD-57B2-4335-BA28-028145CD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766" y="6051804"/>
            <a:ext cx="315468" cy="15773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FCA10-30C4-4BF4-89A8-F5DA96A9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306949"/>
            <a:ext cx="576072" cy="30175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12F01-4687-49E7-858F-19AB5FC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666" y="5375529"/>
            <a:ext cx="315468" cy="157734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4228D1-9D14-4CF7-A568-8C800B70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77150"/>
            <a:ext cx="1005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5F2EA"/>
                </a:solidFill>
              </a:defRPr>
            </a:pPr>
            <a:r>
              <a:rPr sz="1350" b="1">
                <a:solidFill>
                  <a:srgbClr val="35F2EA"/>
                </a:solidFill>
              </a:rPr>
              <a:t>LINE  /  GATE  /  TACKLE  /  BOOST</a:t>
            </a:r>
          </a:p>
        </p:txBody>
      </p:sp>
    </p:spTree>
    <p:extLst>
      <p:ext uri="{BB962C8B-B14F-4D97-AF65-F5344CB8AC3E}">
        <p14:creationId xmlns:p14="http://schemas.microsoft.com/office/powerpoint/2010/main" val="12995677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944FC9-1B0B-4BEC-9708-AF48510F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4A8E1-3EE3-45F0-94FC-0CDA2343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35F2EA"/>
                </a:solidFill>
              </a:defRPr>
            </a:pPr>
            <a:r>
              <a:rPr sz="1125" b="1">
                <a:solidFill>
                  <a:srgbClr val="35F2EA"/>
                </a:solidFill>
              </a:rPr>
              <a:t>PART 2 / BASIC TECHNIQUE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7D76E-F897-4FB7-8A6B-A04AC2FE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291C5-F79F-417F-B54E-B3B465F1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Start in the center and read the next gate early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5566C-BD35-493C-85BF-057D38B3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510540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DE3C1-EF80-496E-9EEB-2A2F523E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8286" y="5524500"/>
            <a:ext cx="3646714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C0D1F-3527-4370-B633-9A8FD7B1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71" y="5524500"/>
            <a:ext cx="2188029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7074E-10D2-4284-ACD2-848C6024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657" y="5524500"/>
            <a:ext cx="729343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55B25-274D-4FF9-9A04-58F44424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729343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E7BFA-3FE9-4EE5-880D-A30B96A9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2188029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E62E9-A0AD-41AD-8BC2-F82D1ABD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3646714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93744-12D1-4C02-980C-3A50A8C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524500"/>
            <a:ext cx="510540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3BD1C-5F59-4DF0-BB32-0AB33F8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47" y="5919788"/>
            <a:ext cx="236890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571DF-4C21-4A95-BE73-847370CF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310" y="6319838"/>
            <a:ext cx="432937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278EE-A704-490C-B9A9-C70D8BF7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074" y="6719888"/>
            <a:ext cx="628985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F3C0F-31B1-4201-BB1F-444FC3D5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837" y="7119938"/>
            <a:ext cx="825032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42AF13-0DF9-47C6-A69A-0945F6F2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199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5405F-E773-4884-B00B-BB9CD62E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D1A7B-DC6B-48B3-BE4C-A548429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240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CENTER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F4A855-7CB6-4890-8358-23BE4CC2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Stay central after START to cover both inner and outer gates.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AD227-1740-438D-83BC-3DCFD55C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EBAE8-E6F7-477C-AABC-09E60BE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240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D35A"/>
                </a:solidFill>
              </a:defRPr>
            </a:pPr>
            <a:r>
              <a:rPr sz="1500" b="1">
                <a:solidFill>
                  <a:srgbClr val="FFD35A"/>
                </a:solidFill>
              </a:rPr>
              <a:t>LOOK AHEAD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EABB88-70EB-4751-8262-88DD078F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Read the next gate, not only the rival. Late drifts cost speed.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5B0F6-9468-4068-AC35-2DF99B0A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479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B02F7E-D504-486C-B7F4-1764D378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24075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3ED1"/>
                </a:solidFill>
              </a:defRPr>
            </a:pPr>
            <a:r>
              <a:rPr sz="1500" b="1">
                <a:solidFill>
                  <a:srgbClr val="FF3ED1"/>
                </a:solidFill>
              </a:rPr>
              <a:t>BRAKE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3B3BC-ACD2-4600-8ABC-A0CCD236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76500"/>
            <a:ext cx="2628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Use it to shape spacing, alter gate timing, or evade a tackle.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197CE1-B092-44AB-A92D-DA2A61FF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48250"/>
            <a:ext cx="381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65E8F-9C6E-408B-B16F-376E0E9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959" y="6314694"/>
            <a:ext cx="656082" cy="34366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E4104B-4D8F-4520-8466-87145ACA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359" y="6392799"/>
            <a:ext cx="359283" cy="179642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610A58-DBE9-4BDA-85C0-4BE22062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F57273-FDE5-4F76-A848-D29CAEE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63DFAB-3094-4F87-9949-8257B298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315338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947003-988C-4842-AF8D-C9209647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BAD52-9837-4859-BFA5-29A28D69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5265"/>
                </a:solidFill>
              </a:defRPr>
            </a:pPr>
            <a:r>
              <a:rPr sz="1125" b="1">
                <a:solidFill>
                  <a:srgbClr val="FF5265"/>
                </a:solidFill>
              </a:rPr>
              <a:t>PART 2 / BOOST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F9E17-8DF5-430D-91B7-1DC28796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47243-CDBD-4FEA-8C5C-729072A0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Use short boosts for re-acceleration and pursuit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A5882-D7B8-4BFF-91EC-81F84E74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5265"/>
                </a:solidFill>
              </a:defRPr>
            </a:pPr>
            <a:r>
              <a:rPr sz="2250" b="1">
                <a:solidFill>
                  <a:srgbClr val="FF526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60584-C4AC-4C35-86F0-93B4E34C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3FBFF"/>
                </a:solidFill>
              </a:defRPr>
            </a:pPr>
            <a:r>
              <a:rPr sz="1725" b="1">
                <a:solidFill>
                  <a:srgbClr val="F3FBFF"/>
                </a:solidFill>
              </a:rPr>
              <a:t>SHORT BURSTS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DF803-E54C-4FEA-A094-BAFC6A27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24125"/>
            <a:ext cx="4991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Spend energy after corners or contact, not all at once.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DFB11-D9CF-4873-8355-78D3E94D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526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681AB-A54A-4F99-9128-ACDB978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1526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92221-A1E5-4533-99E4-9819C2D8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5"/>
          </a:solidFill>
          <a:ln xmlns:a="http://schemas.openxmlformats.org/drawingml/2006/main" w="9525">
            <a:solidFill>
              <a:srgbClr val="FF52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8FE18-35DC-448C-AD43-7645FF1A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526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6413E-1A14-4623-BABE-394F2EDB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7ADC6-0E88-4976-BB45-08038AF6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526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F8B3F-50BE-4F69-88E5-731ED36A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526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293D3-9768-4090-B9CE-17141E44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526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D7A3A-D1CB-4E09-B842-E654C113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6613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B8DBD-8133-4D1B-BCE6-096976D3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5265"/>
                </a:solidFill>
              </a:defRPr>
            </a:pPr>
            <a:r>
              <a:rPr sz="2250" b="1">
                <a:solidFill>
                  <a:srgbClr val="FF5265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A1930-6F3F-44E1-BFFE-57FBABDD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3FBFF"/>
                </a:solidFill>
              </a:defRPr>
            </a:pPr>
            <a:r>
              <a:rPr sz="1725" b="1">
                <a:solidFill>
                  <a:srgbClr val="F3FBFF"/>
                </a:solidFill>
              </a:rPr>
              <a:t>SAVE FOR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235C6-6071-4122-B670-CD40CD5C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00525"/>
            <a:ext cx="4991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Keep enough energy to accelerate after a lane fight.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2BE15-8A76-43A0-A9DD-D1CF11E2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290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9525">
            <a:solidFill>
              <a:srgbClr val="FFD3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52387-1D5D-42F3-869B-AC8F2BE7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290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9525">
            <a:solidFill>
              <a:srgbClr val="FFD3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B2035-2E76-49AB-9879-DA90C187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01B52-A88E-4708-B11C-6B050565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B0BFC-E62A-46C4-A2A7-30B8E8B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62D62-F2BD-4675-9C33-925249F6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1952A-D62E-4ED3-87D3-A341381C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5047F-83F1-4953-928D-C1C99E31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8290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003596-8634-4616-AE52-782EF620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3013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69AC9-419A-47B7-81E9-B329F7DB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5265"/>
                </a:solidFill>
              </a:defRPr>
            </a:pPr>
            <a:r>
              <a:rPr sz="2250" b="1">
                <a:solidFill>
                  <a:srgbClr val="FF5265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F5353B-7581-44BB-9D6E-EEF792A9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53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3FBFF"/>
                </a:solidFill>
              </a:defRPr>
            </a:pPr>
            <a:r>
              <a:rPr sz="1725" b="1">
                <a:solidFill>
                  <a:srgbClr val="F3FBFF"/>
                </a:solidFill>
              </a:rPr>
              <a:t>USE RECOVERY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8D497-C2F9-4504-82E4-36DA0A38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76925"/>
            <a:ext cx="4991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92A7B8"/>
                </a:solidFill>
              </a:defRPr>
            </a:pPr>
            <a:r>
              <a:rPr sz="1500" b="0">
                <a:solidFill>
                  <a:srgbClr val="92A7B8"/>
                </a:solidFill>
              </a:rPr>
              <a:t>When catch-up refill begins, pulse it to close the gap.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810971-3950-40C6-AEBB-E5A85E72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08BC8C-54BB-4FC3-9DC4-3692CBA5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7A15F2-89EE-4CAB-9150-910FF523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C46E9D-7246-43E0-BBB7-A2127526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0B5612-1FE2-428A-A367-54EF3CFC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9AE63F-9C74-4FD8-A4BA-5717699B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505450"/>
            <a:ext cx="219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BFF"/>
          </a:solidFill>
          <a:ln xmlns:a="http://schemas.openxmlformats.org/drawingml/2006/main" w="9525">
            <a:solidFill>
              <a:srgbClr val="648B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0D80D8-65A9-49E0-982D-C352F1F9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5054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CAE376-BF8F-4A16-AB46-B755FED4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05450"/>
            <a:ext cx="2190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66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1CA363-159A-4A04-B638-109A1D2C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29413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5A5224-8CDD-4A32-B351-12888BB8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48C79D-EC5C-4752-AB01-98BC6BA7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91B95F-3AEF-4756-AF35-B965CD00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7815052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E5C8F-39E8-4A5E-A792-D2017701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F50AD-094C-49B6-A8B6-AA951ADA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D35A"/>
                </a:solidFill>
              </a:defRPr>
            </a:pPr>
            <a:r>
              <a:rPr sz="1125" b="1">
                <a:solidFill>
                  <a:srgbClr val="FFD35A"/>
                </a:solidFill>
              </a:rPr>
              <a:t>PART 2 / GATE + TACKLE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BE4CD-0D85-46CD-9439-62EE2F2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91DC6-3B8D-4ED4-AA4E-0E35547B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Gate strategy means knowing what to take and what to skip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42A3F-A2FA-4D8B-9C9B-8335FA42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3333750" cy="2571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A86DB-037E-480B-9ECA-5CC7BF3D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05050"/>
            <a:ext cx="2000250" cy="1543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4F2D4-F7F5-4167-B5E8-79505646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4810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BA848-63B0-429B-8F07-AC1EDCA4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098" y="3694748"/>
            <a:ext cx="440055" cy="23050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52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9E4EC-C157-4C10-9915-F699755A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634" y="3747135"/>
            <a:ext cx="240983" cy="120491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11F56-C154-4BC8-B167-1A4FF63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973" y="2856548"/>
            <a:ext cx="440055" cy="230505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0FA14-BC27-4C01-B16D-83613D28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509" y="2908935"/>
            <a:ext cx="240983" cy="120491"/>
          </a:xfrm>
          <a:prstGeom xmlns:a="http://schemas.openxmlformats.org/drawingml/2006/main" prst="trapezoid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0D8F0-ED6F-4C4A-9C91-5F763EDC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481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13049-47AA-470B-9C98-7B45EB42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54AC9-1A4E-425B-8CA5-9EEED133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76425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ONE AHEAD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D864F6-6631-4406-997F-3822A394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4914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Skip a distant gate and prepare for the next 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9BCFE-8551-4844-8177-5424E974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467A3-B0BF-4D74-8460-6D83114C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33775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3ED1"/>
                </a:solidFill>
              </a:defRPr>
            </a:pPr>
            <a:r>
              <a:rPr sz="1500" b="1">
                <a:solidFill>
                  <a:srgbClr val="FF3ED1"/>
                </a:solidFill>
              </a:rPr>
              <a:t>ENTER THE LANE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70AD9-B74A-4F10-8882-83777F63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4914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Share the rival's line to create a tackle chance.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B49F4-7BD4-47E0-9E50-49EB7C3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3120B-8FD3-4DAD-B018-04FEBC3B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91125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D35A"/>
                </a:solidFill>
              </a:defRPr>
            </a:pPr>
            <a:r>
              <a:rPr sz="1500" b="1">
                <a:solidFill>
                  <a:srgbClr val="FFD35A"/>
                </a:solidFill>
              </a:rPr>
              <a:t>RETURN CENTER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12A2E-4572-4758-9A00-F664A570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43550"/>
            <a:ext cx="4914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3FBFF"/>
                </a:solidFill>
              </a:defRPr>
            </a:pPr>
            <a:r>
              <a:rPr sz="1500" b="0">
                <a:solidFill>
                  <a:srgbClr val="F3FBFF"/>
                </a:solidFill>
              </a:rPr>
              <a:t>While a gate is dark, reset for the next lane.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99229-282B-428C-9A55-860C5777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292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3ED1"/>
                </a:solidFill>
              </a:defRPr>
            </a:pPr>
            <a:r>
              <a:rPr sz="1875" b="1">
                <a:solidFill>
                  <a:srgbClr val="FF3ED1"/>
                </a:solidFill>
              </a:rPr>
              <a:t>DRIFT TACKLE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73BF7B-9A5B-46BB-B21E-047BAEC8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19750"/>
            <a:ext cx="3600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MAXIMUM EFFECT AT THE RAIL. LEADERS CAN YIELD THE LANE.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749FC-F4DF-44F5-8074-AF882319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554A0-6D2B-4472-9578-E4B9735C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FF1D4-EBC9-443F-BBB1-9D5E7FDB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5601551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8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58CDB6-88FA-401B-BDF1-AAA1FABF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59F14-C121-4E03-B469-459945D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FF3ED1"/>
                </a:solidFill>
              </a:defRPr>
            </a:pPr>
            <a:r>
              <a:rPr sz="1125" b="1">
                <a:solidFill>
                  <a:srgbClr val="FF3ED1"/>
                </a:solidFill>
              </a:rPr>
              <a:t>PART 2 / FINAL TACTICS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953DA-AD38-421A-ADAA-3FA21BE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103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F9082-D9C4-43A4-8A3C-407334D2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21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F3FBFF"/>
                </a:solidFill>
              </a:defRPr>
            </a:pPr>
            <a:r>
              <a:rPr sz="2850" b="1">
                <a:solidFill>
                  <a:srgbClr val="F3FBFF"/>
                </a:solidFill>
              </a:rPr>
              <a:t>The moment you catch the leader is your best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9A852-5E8A-4FCF-B18A-68E195A2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048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52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402DF-4794-458F-B400-2D96B9D8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265"/>
                </a:solidFill>
              </a:defRPr>
            </a:pPr>
            <a:r>
              <a:rPr sz="1575" b="1">
                <a:solidFill>
                  <a:srgbClr val="FF5265"/>
                </a:solidFill>
              </a:rPr>
              <a:t>TAKE INSIDE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C7F7F-C60B-4986-A2BC-288A0D88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Arrive inside, then push the leader toward the outer rail.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73B67-4DDC-4641-BF40-8DC2A5C6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85950"/>
            <a:ext cx="3048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648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678BC-B7BE-4668-9497-01B8CC80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648BFF"/>
                </a:solidFill>
              </a:defRPr>
            </a:pPr>
            <a:r>
              <a:rPr sz="1575" b="1">
                <a:solidFill>
                  <a:srgbClr val="648BFF"/>
                </a:solidFill>
              </a:rPr>
              <a:t>WATCH CPU 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18A01-F074-41BF-97BD-8BB38EA7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Use your boost after the CPU ends its own burst.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BF00E-8A70-4BFE-A86D-33CDF6D9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85950"/>
            <a:ext cx="3048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A"/>
          </a:solidFill>
          <a:ln xmlns:a="http://schemas.openxmlformats.org/drawingml/2006/main" w="19050">
            <a:solidFill>
              <a:srgbClr val="FFD3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A8BCB-5625-43AE-9063-4BCC4329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33600"/>
            <a:ext cx="259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D35A"/>
                </a:solidFill>
              </a:defRPr>
            </a:pPr>
            <a:r>
              <a:rPr sz="1575" b="1">
                <a:solidFill>
                  <a:srgbClr val="FFD35A"/>
                </a:solidFill>
              </a:rPr>
              <a:t>LEVEL 4-5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63140-B70F-47B9-A4F7-C8415E5F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Mix skipped gates, rail tackles, and catch-up recovery; do not race on speed alone.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3EAEC-0DB0-4058-9700-16A28DD5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5F2EA"/>
                </a:solidFill>
              </a:defRPr>
            </a:pPr>
            <a:r>
              <a:rPr sz="2025" b="1">
                <a:solidFill>
                  <a:srgbClr val="35F2EA"/>
                </a:solidFill>
              </a:rPr>
              <a:t>2 PLAYERS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D6431-09CB-455F-A440-8C76DB88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3A7F0-2FAB-4C1A-BC6D-A4D25D2E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6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Two gamepads are recommended when keyboard combinations ghost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6048F-B9BB-4D1C-9AF5-A65867A8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50598-25BB-473F-BB6C-BB600CFF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007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A tackle can be worth more than a gate against a full boost gauge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16EFC-BA45-4DD8-A60F-441EAC10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72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5F2EA"/>
                </a:solidFill>
              </a:defRPr>
            </a:pPr>
            <a:r>
              <a:rPr sz="1500" b="1">
                <a:solidFill>
                  <a:srgbClr val="35F2EA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B7A43-1355-469C-876A-FC2878CF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13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F3FBFF"/>
                </a:solidFill>
              </a:defRPr>
            </a:pPr>
            <a:r>
              <a:rPr sz="1425" b="0">
                <a:solidFill>
                  <a:srgbClr val="F3FBFF"/>
                </a:solidFill>
              </a:rPr>
              <a:t>A same-update finish is a DEAD HEAT; race through the final 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F9F5B-B8EB-4B9F-811C-EBABAC85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19900"/>
            <a:ext cx="10058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0"/>
          </a:solidFill>
          <a:ln xmlns:a="http://schemas.openxmlformats.org/drawingml/2006/main" w="19050">
            <a:solidFill>
              <a:srgbClr val="35F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B9D58-579E-4D7B-97BE-C038C611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0"/>
            <a:ext cx="963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3FBFF"/>
                </a:solidFill>
              </a:defRPr>
            </a:pPr>
            <a:r>
              <a:rPr sz="1350" b="1">
                <a:solidFill>
                  <a:srgbClr val="F3FBFF"/>
                </a:solidFill>
              </a:rPr>
              <a:t>P1  W/S SPEED  A/D DRIFT  Q BOOST  E BRAKE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3FBFF"/>
                </a:solidFill>
              </a:defRPr>
            </a:pPr>
            <a:r>
              <a:rPr sz="1350" b="1">
                <a:solidFill>
                  <a:srgbClr val="F3FBFF"/>
                </a:solidFill>
              </a:rPr>
              <a:t>P2  CURSOR SPEED/DRIFT  N BOOST  M BRAKE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3963A-CC7D-45AB-B158-890CBD03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15250"/>
            <a:ext cx="1005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F3ED1"/>
                </a:solidFill>
              </a:defRPr>
            </a:pPr>
            <a:r>
              <a:rPr sz="1650" b="1">
                <a:solidFill>
                  <a:srgbClr val="FF3ED1"/>
                </a:solidFill>
              </a:rPr>
              <a:t>GOOD LUCK, RACER.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A8E9C6-AB3E-4D10-8998-911F234E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15288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6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1D147B-0382-4116-B435-B17DAE17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WIRE DRIFT RACERS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37A3D3-9297-4E45-BC33-9A0304E2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134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92A7B8"/>
                </a:solidFill>
              </a:defRPr>
            </a:pPr>
            <a:r>
              <a:rPr sz="975" b="0">
                <a:solidFill>
                  <a:srgbClr val="92A7B8"/>
                </a:solidFill>
              </a:rPr>
              <a:t>X68000 / 3 LAPS / 2 CARS</a:t>
            </a:r>
          </a:p>
        </p:txBody>
      </p:sp>
    </p:spTree>
    <p:extLst>
      <p:ext uri="{BB962C8B-B14F-4D97-AF65-F5344CB8AC3E}">
        <p14:creationId xmlns:p14="http://schemas.microsoft.com/office/powerpoint/2010/main" val="14824381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2026-08-26T04:35:29.1220000Z</dcterms:created>
  <dcterms:modified xsi:type="dcterms:W3CDTF">2026-08-26T04:35:29.1220000Z</dcterms:modified>
</coreProperties>
</file>