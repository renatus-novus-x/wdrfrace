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63b4b22c22840f4" /><Relationship Type="http://schemas.openxmlformats.org/officeDocument/2006/relationships/extended-properties" Target="/docProps/app.xml" Id="Ra353e26e2d9a4b4d" /><Relationship Type="http://schemas.openxmlformats.org/officeDocument/2006/relationships/officeDocument" Target="/ppt/presentation.xml" Id="Rd7b5f11ea4624b1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43b84825ec74e17"/>
  </p:sldMasterIdLst>
  <p:notesMasterIdLst>
    <p:notesMasterId xmlns:r="http://schemas.openxmlformats.org/officeDocument/2006/relationships" r:id="R602b5a1ba395416d"/>
  </p:notesMasterIdLst>
  <p:sldIdLst>
    <p:sldId xmlns:r="http://schemas.openxmlformats.org/officeDocument/2006/relationships" id="256" r:id="R4f1fdee752f44596"/>
    <p:sldId xmlns:r="http://schemas.openxmlformats.org/officeDocument/2006/relationships" id="257" r:id="R7c7ac21a3922403c"/>
    <p:sldId xmlns:r="http://schemas.openxmlformats.org/officeDocument/2006/relationships" id="258" r:id="R1d6658a870564ffc"/>
    <p:sldId xmlns:r="http://schemas.openxmlformats.org/officeDocument/2006/relationships" id="259" r:id="Rfbca81588f5b4029"/>
    <p:sldId xmlns:r="http://schemas.openxmlformats.org/officeDocument/2006/relationships" id="260" r:id="Rd49eac04a503411b"/>
    <p:sldId xmlns:r="http://schemas.openxmlformats.org/officeDocument/2006/relationships" id="261" r:id="R5003456d169c43ef"/>
    <p:sldId xmlns:r="http://schemas.openxmlformats.org/officeDocument/2006/relationships" id="262" r:id="R972573cd7a8444d6"/>
    <p:sldId xmlns:r="http://schemas.openxmlformats.org/officeDocument/2006/relationships" id="263" r:id="R8f50d93129af4cf0"/>
    <p:sldId xmlns:r="http://schemas.openxmlformats.org/officeDocument/2006/relationships" id="264" r:id="R68aa67a6beb449a0"/>
    <p:sldId xmlns:r="http://schemas.openxmlformats.org/officeDocument/2006/relationships" id="265" r:id="R139aebacb62b4641"/>
    <p:sldId xmlns:r="http://schemas.openxmlformats.org/officeDocument/2006/relationships" id="266" r:id="R43f1b2d0bdff4fe2"/>
    <p:sldId xmlns:r="http://schemas.openxmlformats.org/officeDocument/2006/relationships" id="267" r:id="R96eb199d20e44807"/>
    <p:sldId xmlns:r="http://schemas.openxmlformats.org/officeDocument/2006/relationships" id="268" r:id="R8910344aabb84bb5"/>
    <p:sldId xmlns:r="http://schemas.openxmlformats.org/officeDocument/2006/relationships" id="269" r:id="R6285059e17f244ac"/>
    <p:sldId xmlns:r="http://schemas.openxmlformats.org/officeDocument/2006/relationships" id="270" r:id="R691b95d534924206"/>
    <p:sldId xmlns:r="http://schemas.openxmlformats.org/officeDocument/2006/relationships" id="271" r:id="R5ede31bf45474b27"/>
    <p:sldId xmlns:r="http://schemas.openxmlformats.org/officeDocument/2006/relationships" id="272" r:id="Ra86d0db1066f4689"/>
  </p:sldIdLst>
  <p:sldSz cx="1143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0c3d85d3a57420c" /><Relationship Type="http://schemas.openxmlformats.org/officeDocument/2006/relationships/slideMaster" Target="/ppt/slideMasters/slideMaster1.xml" Id="Re43b84825ec74e17" /><Relationship Type="http://schemas.openxmlformats.org/officeDocument/2006/relationships/notesMaster" Target="/ppt/notesMasters/notesMaster1.xml" Id="R602b5a1ba395416d" /><Relationship Type="http://schemas.openxmlformats.org/officeDocument/2006/relationships/presProps" Target="/ppt/presProps.xml" Id="R2945d037c0c844ef" /><Relationship Type="http://schemas.openxmlformats.org/officeDocument/2006/relationships/tableStyles" Target="/ppt/tableStyles.xml" Id="R126aa4b33f644afe" /><Relationship Type="http://schemas.openxmlformats.org/officeDocument/2006/relationships/slide" Target="/ppt/slides/slide1.xml" Id="R4f1fdee752f44596" /><Relationship Type="http://schemas.openxmlformats.org/officeDocument/2006/relationships/slide" Target="/ppt/slides/slide2.xml" Id="R7c7ac21a3922403c" /><Relationship Type="http://schemas.openxmlformats.org/officeDocument/2006/relationships/slide" Target="/ppt/slides/slide3.xml" Id="R1d6658a870564ffc" /><Relationship Type="http://schemas.openxmlformats.org/officeDocument/2006/relationships/slide" Target="/ppt/slides/slide4.xml" Id="Rfbca81588f5b4029" /><Relationship Type="http://schemas.openxmlformats.org/officeDocument/2006/relationships/slide" Target="/ppt/slides/slide5.xml" Id="Rd49eac04a503411b" /><Relationship Type="http://schemas.openxmlformats.org/officeDocument/2006/relationships/slide" Target="/ppt/slides/slide6.xml" Id="R5003456d169c43ef" /><Relationship Type="http://schemas.openxmlformats.org/officeDocument/2006/relationships/slide" Target="/ppt/slides/slide7.xml" Id="R972573cd7a8444d6" /><Relationship Type="http://schemas.openxmlformats.org/officeDocument/2006/relationships/slide" Target="/ppt/slides/slide8.xml" Id="R8f50d93129af4cf0" /><Relationship Type="http://schemas.openxmlformats.org/officeDocument/2006/relationships/slide" Target="/ppt/slides/slide9.xml" Id="R68aa67a6beb449a0" /><Relationship Type="http://schemas.openxmlformats.org/officeDocument/2006/relationships/slide" Target="/ppt/slides/slide10.xml" Id="R139aebacb62b4641" /><Relationship Type="http://schemas.openxmlformats.org/officeDocument/2006/relationships/slide" Target="/ppt/slides/slide11.xml" Id="R43f1b2d0bdff4fe2" /><Relationship Type="http://schemas.openxmlformats.org/officeDocument/2006/relationships/slide" Target="/ppt/slides/slide12.xml" Id="R96eb199d20e44807" /><Relationship Type="http://schemas.openxmlformats.org/officeDocument/2006/relationships/slide" Target="/ppt/slides/slide13.xml" Id="R8910344aabb84bb5" /><Relationship Type="http://schemas.openxmlformats.org/officeDocument/2006/relationships/slide" Target="/ppt/slides/slide14.xml" Id="R6285059e17f244ac" /><Relationship Type="http://schemas.openxmlformats.org/officeDocument/2006/relationships/slide" Target="/ppt/slides/slide15.xml" Id="R691b95d534924206" /><Relationship Type="http://schemas.openxmlformats.org/officeDocument/2006/relationships/slide" Target="/ppt/slides/slide16.xml" Id="R5ede31bf45474b27" /><Relationship Type="http://schemas.openxmlformats.org/officeDocument/2006/relationships/slide" Target="/ppt/slides/slide17.xml" Id="Ra86d0db1066f468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518b4444933482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ddecb27c9c344b9" /><Relationship Type="http://schemas.openxmlformats.org/officeDocument/2006/relationships/notesMaster" Target="/ppt/notesMasters/notesMaster1.xml" Id="R18d20e237f1e441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a6151268243412b" /><Relationship Type="http://schemas.openxmlformats.org/officeDocument/2006/relationships/notesMaster" Target="/ppt/notesMasters/notesMaster1.xml" Id="R000c42e1b8224fe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d81c1afd924450b" /><Relationship Type="http://schemas.openxmlformats.org/officeDocument/2006/relationships/notesMaster" Target="/ppt/notesMasters/notesMaster1.xml" Id="Re856adfa09b0490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9e37c0e4a6643b2" /><Relationship Type="http://schemas.openxmlformats.org/officeDocument/2006/relationships/notesMaster" Target="/ppt/notesMasters/notesMaster1.xml" Id="R891c82336a2149d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282af11a50049ef" /><Relationship Type="http://schemas.openxmlformats.org/officeDocument/2006/relationships/notesMaster" Target="/ppt/notesMasters/notesMaster1.xml" Id="Rd943adb7abae4b1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6a8cc02830543f5" /><Relationship Type="http://schemas.openxmlformats.org/officeDocument/2006/relationships/notesMaster" Target="/ppt/notesMasters/notesMaster1.xml" Id="Rc1b16fb2a9d54f7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3a3beea0abc4077" /><Relationship Type="http://schemas.openxmlformats.org/officeDocument/2006/relationships/notesMaster" Target="/ppt/notesMasters/notesMaster1.xml" Id="R7c05ecf013154d4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bb94882a2824b68" /><Relationship Type="http://schemas.openxmlformats.org/officeDocument/2006/relationships/notesMaster" Target="/ppt/notesMasters/notesMaster1.xml" Id="R6f77417bfdcb48d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712fb77b6dc46df" /><Relationship Type="http://schemas.openxmlformats.org/officeDocument/2006/relationships/notesMaster" Target="/ppt/notesMasters/notesMaster1.xml" Id="Rfcc6a19159c044b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e7fd3cb6caf41a5" /><Relationship Type="http://schemas.openxmlformats.org/officeDocument/2006/relationships/notesMaster" Target="/ppt/notesMasters/notesMaster1.xml" Id="Reebfa4a995874b1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6766e5e1d4643c0" /><Relationship Type="http://schemas.openxmlformats.org/officeDocument/2006/relationships/notesMaster" Target="/ppt/notesMasters/notesMaster1.xml" Id="R488cf7b309a747f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0e380cc536b44c5" /><Relationship Type="http://schemas.openxmlformats.org/officeDocument/2006/relationships/notesMaster" Target="/ppt/notesMasters/notesMaster1.xml" Id="R56bf5bf16aa3446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125a09861a24448" /><Relationship Type="http://schemas.openxmlformats.org/officeDocument/2006/relationships/notesMaster" Target="/ppt/notesMasters/notesMaster1.xml" Id="R9b6c6396a4ad47b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78189743bc9433b" /><Relationship Type="http://schemas.openxmlformats.org/officeDocument/2006/relationships/notesMaster" Target="/ppt/notesMasters/notesMaster1.xml" Id="Rdcb5388cd004499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fa2d5f63ff84cb1" /><Relationship Type="http://schemas.openxmlformats.org/officeDocument/2006/relationships/notesMaster" Target="/ppt/notesMasters/notesMaster1.xml" Id="R3eff64fe35a64e1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09edd1c83a24628" /><Relationship Type="http://schemas.openxmlformats.org/officeDocument/2006/relationships/notesMaster" Target="/ppt/notesMasters/notesMaster1.xml" Id="R1104383239bd4bf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b9cdc68e8764c9c" /><Relationship Type="http://schemas.openxmlformats.org/officeDocument/2006/relationships/notesMaster" Target="/ppt/notesMasters/notesMaster1.xml" Id="R7c64666df14e472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49c7b49745463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50d8a659077422b" /><Relationship Type="http://schemas.openxmlformats.org/officeDocument/2006/relationships/slideLayout" Target="/ppt/slideLayouts/slideLayout1.xml" Id="Rd87591db0aef444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87591db0aef444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ee6aad54f04b88" /><Relationship Type="http://schemas.openxmlformats.org/officeDocument/2006/relationships/notesSlide" Target="/ppt/notesSlides/notesSlide1.xml" Id="Rd2a3f94c32d04ed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23ca97872b46de" /><Relationship Type="http://schemas.openxmlformats.org/officeDocument/2006/relationships/notesSlide" Target="/ppt/notesSlides/notesSlide2.xml" Id="R4c020b90e4964be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e5eb94a50b4a16" /><Relationship Type="http://schemas.openxmlformats.org/officeDocument/2006/relationships/notesSlide" Target="/ppt/notesSlides/notesSlide3.xml" Id="R06abf1e32fa6494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66e4eaef7044f8" /><Relationship Type="http://schemas.openxmlformats.org/officeDocument/2006/relationships/notesSlide" Target="/ppt/notesSlides/notesSlide4.xml" Id="Rb72094b0c0f04d0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03056ec7b04965" /><Relationship Type="http://schemas.openxmlformats.org/officeDocument/2006/relationships/notesSlide" Target="/ppt/notesSlides/notesSlide5.xml" Id="R50b2443e21ab4ec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c42993f9eb49da" /><Relationship Type="http://schemas.openxmlformats.org/officeDocument/2006/relationships/notesSlide" Target="/ppt/notesSlides/notesSlide6.xml" Id="Ra59f893095894f8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6d6788cfb9419c" /><Relationship Type="http://schemas.openxmlformats.org/officeDocument/2006/relationships/notesSlide" Target="/ppt/notesSlides/notesSlide7.xml" Id="Re6c86dd2cfc14cf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e64eceab6d4744" /><Relationship Type="http://schemas.openxmlformats.org/officeDocument/2006/relationships/notesSlide" Target="/ppt/notesSlides/notesSlide8.xml" Id="R14a2478e37584ba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4c2826cf2f4138" /><Relationship Type="http://schemas.openxmlformats.org/officeDocument/2006/relationships/notesSlide" Target="/ppt/notesSlides/notesSlide9.xml" Id="Rbf2e751b3c45486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8ad652e2b94e5d" /><Relationship Type="http://schemas.openxmlformats.org/officeDocument/2006/relationships/notesSlide" Target="/ppt/notesSlides/notesSlide10.xml" Id="Ref8b7aa2d5a847b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dba8a3cb234cde" /><Relationship Type="http://schemas.openxmlformats.org/officeDocument/2006/relationships/notesSlide" Target="/ppt/notesSlides/notesSlide11.xml" Id="R946d0a27febf435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51f743c4364833" /><Relationship Type="http://schemas.openxmlformats.org/officeDocument/2006/relationships/notesSlide" Target="/ppt/notesSlides/notesSlide12.xml" Id="R2ce616b7b94d4c8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8c0c223fd341b7" /><Relationship Type="http://schemas.openxmlformats.org/officeDocument/2006/relationships/notesSlide" Target="/ppt/notesSlides/notesSlide13.xml" Id="Rac1b322ca16e475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54b02c9ba24d4c" /><Relationship Type="http://schemas.openxmlformats.org/officeDocument/2006/relationships/notesSlide" Target="/ppt/notesSlides/notesSlide14.xml" Id="R03e38f36c621455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c8d2a46cfb46d6" /><Relationship Type="http://schemas.openxmlformats.org/officeDocument/2006/relationships/notesSlide" Target="/ppt/notesSlides/notesSlide15.xml" Id="R58c70ca42bf7401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07168fb39643f2" /><Relationship Type="http://schemas.openxmlformats.org/officeDocument/2006/relationships/notesSlide" Target="/ppt/notesSlides/notesSlide16.xml" Id="Re435c3a398ee43b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b800804fb94cd6" /><Relationship Type="http://schemas.openxmlformats.org/officeDocument/2006/relationships/notesSlide" Target="/ppt/notesSlides/notesSlide17.xml" Id="R6e5c89be549c423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46DD1A-AF15-40EE-9FA4-45A6784AF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DD3353-02EE-4441-A640-5D7B2A78F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35F2EA"/>
                </a:solidFill>
              </a:defRPr>
            </a:pPr>
            <a:r>
              <a:rPr sz="1275" b="1">
                <a:solidFill>
                  <a:srgbClr val="35F2EA"/>
                </a:solidFill>
              </a:rPr>
              <a:t>ENGLISH EDITION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98C6B8-E28F-4B2A-8E1B-4942FDDA3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058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800" b="1">
                <a:solidFill>
                  <a:srgbClr val="F3FBFF"/>
                </a:solidFill>
              </a:defRPr>
            </a:pPr>
            <a:r>
              <a:rPr sz="4800" b="1">
                <a:solidFill>
                  <a:srgbClr val="F3FBFF"/>
                </a:solidFill>
              </a:rPr>
              <a:t>WIRE DRIFT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3621D9-874A-418A-80E5-DEEF7731E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10058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800" b="1">
                <a:solidFill>
                  <a:srgbClr val="FF3ED1"/>
                </a:solidFill>
              </a:defRPr>
            </a:pPr>
            <a:r>
              <a:rPr sz="4800" b="1">
                <a:solidFill>
                  <a:srgbClr val="FF3ED1"/>
                </a:solidFill>
              </a:rPr>
              <a:t>RACERS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1CB6BD-2311-4C67-850A-BC1DD1616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92A7B8"/>
                </a:solidFill>
              </a:defRPr>
            </a:pPr>
            <a:r>
              <a:rPr sz="1800" b="0">
                <a:solidFill>
                  <a:srgbClr val="92A7B8"/>
                </a:solidFill>
              </a:rPr>
              <a:t>X68000 Wireframe Battle Racing Instruction Manual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1B34E8-222C-4CD6-9E9F-D6DFAB8F9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43500"/>
            <a:ext cx="485775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EE4FA3-94D2-443F-B9A5-A89EE6B13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5179" y="5143500"/>
            <a:ext cx="3469821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155608-6A25-4EB5-8137-CF8D229F5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3107" y="5143500"/>
            <a:ext cx="2081893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F0110E-7CF3-4FC0-9F36-4B7770C66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1036" y="5143500"/>
            <a:ext cx="693964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8DB679-1AB6-4DEC-A662-F54149CE3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43500"/>
            <a:ext cx="693964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B4B09B-D13C-4B6B-9E55-6D43B22F5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43500"/>
            <a:ext cx="2081893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9F9525-018A-4B4A-A987-118E24830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43500"/>
            <a:ext cx="3469821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E1A2AA-D132-4EE5-AE89-20C556846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43500"/>
            <a:ext cx="485775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7394F4-9EF4-4AF9-A4E6-3E3B3C6AF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8002" y="5634038"/>
            <a:ext cx="2253996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7CC7F1-996E-4240-9E4B-B3B4A159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5314" y="6129338"/>
            <a:ext cx="4119372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0A1FA6-ED68-42EA-887E-659867FE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2626" y="6624638"/>
            <a:ext cx="5984748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5A5D58-F491-492E-9784-6881877AE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9938" y="7119938"/>
            <a:ext cx="7850124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A0CD66-4F16-4CBA-B016-3F3CADAD2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615238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DCDDB0-61BB-4604-ADBA-D88FD1754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495800"/>
            <a:ext cx="4667250" cy="17621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5F2E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59DEA2-538C-421C-BE44-7773D83D8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848225"/>
            <a:ext cx="2800350" cy="105727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0566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C06789-EAFF-4CE6-B957-B045AE771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905500"/>
            <a:ext cx="3810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F10D11-0F34-449C-A607-ABBFFBBC4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0588" y="5710238"/>
            <a:ext cx="600075" cy="31432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2EC561-022F-4634-BF27-3DB740C9E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6319" y="5781675"/>
            <a:ext cx="328613" cy="164306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26B493-70B5-4450-9E0D-9C46A299B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5510213"/>
            <a:ext cx="600075" cy="31432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5106E3-88D4-452F-AA20-2F3BED20B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9844" y="5581650"/>
            <a:ext cx="328613" cy="164306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A45DD5-0AFF-40CE-811D-DAD602006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715250"/>
            <a:ext cx="1005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650" b="1">
                <a:solidFill>
                  <a:srgbClr val="F3FBFF"/>
                </a:solidFill>
              </a:defRPr>
            </a:pPr>
            <a:r>
              <a:rPr sz="1650" b="1">
                <a:solidFill>
                  <a:srgbClr val="F3FBFF"/>
                </a:solidFill>
              </a:rPr>
              <a:t>3 LAPS. 2 CARS. ONE WINNER.</a:t>
            </a:r>
          </a:p>
        </p:txBody>
      </p:sp>
    </p:spTree>
    <p:extLst>
      <p:ext uri="{BB962C8B-B14F-4D97-AF65-F5344CB8AC3E}">
        <p14:creationId xmlns:p14="http://schemas.microsoft.com/office/powerpoint/2010/main" val="32709142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B45B204-2C7E-4431-B210-381A256F0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4A9BCC-9FAA-43DB-902E-5B7A05AF7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3ED1"/>
                </a:solidFill>
              </a:defRPr>
            </a:pPr>
            <a:r>
              <a:rPr sz="1125" b="1">
                <a:solidFill>
                  <a:srgbClr val="FF3ED1"/>
                </a:solidFill>
              </a:rPr>
              <a:t>PART 1 / 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EA2EB6-18FD-463E-BB84-0058EF3D7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1154A8-54AF-4DBC-903E-2775ABA2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A three-lap battle begins above the megacity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1AAAAF-4ABC-4A74-9229-23D7489CC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6191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6000"/>
              </a:lnSpc>
              <a:buNone/>
              <a:defRPr sz="1875" b="0">
                <a:solidFill>
                  <a:srgbClr val="F3FBFF"/>
                </a:solidFill>
              </a:defRPr>
            </a:pPr>
            <a:r>
              <a:rPr sz="1875" b="0">
                <a:solidFill>
                  <a:srgbClr val="F3FBFF"/>
                </a:solidFill>
              </a:rPr>
              <a:t>The year is 2088. High above the city, roads and machines are formed from lines of light. The new sport is called WIRE DRIFT.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5B0FE8-E85E-4960-B12B-D06E0EEDC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38300"/>
            <a:ext cx="3143250" cy="1238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3ED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0F85F9-8957-4562-91DB-B79758CBC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1885950"/>
            <a:ext cx="1885950" cy="7429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0566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3884FF-DC68-474C-BDE8-259869F19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28900"/>
            <a:ext cx="38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1EE92B-F317-4C25-BC01-3CCC9C004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6349" y="2462784"/>
            <a:ext cx="416052" cy="21793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6F1AA0-58C0-41A9-9059-618AC892E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456" y="2512314"/>
            <a:ext cx="227838" cy="113919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CE3A2E-8152-45F7-8AA2-A92C76B28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0274" y="2253234"/>
            <a:ext cx="416052" cy="21793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F72C07-C728-4A86-AD9E-DDD07EB18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381" y="2302764"/>
            <a:ext cx="227838" cy="113919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2C8FDA-0B39-4E09-9092-4C7BD39F3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CB718C-5277-4ACF-88CE-84AF35ECB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623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TAKE THE LINE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797BE0-B5DE-4711-848B-68F66D01E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148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Pure speed is never enough.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770781-E588-42B1-A222-B1BDB38B8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8862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0664BA-007F-429F-9427-DD6B2D02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7623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D35A"/>
                </a:solidFill>
              </a:defRPr>
            </a:pPr>
            <a:r>
              <a:rPr sz="1500" b="1">
                <a:solidFill>
                  <a:srgbClr val="FFD35A"/>
                </a:solidFill>
              </a:rPr>
              <a:t>TAKE THE GATE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5BFE14-27C5-4047-A366-83806FA42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1148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Dive for the boost-energy gate.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C66D71-EF85-492F-B053-8885A767E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8862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0B6DB0-FA85-44BD-9E61-7E162C297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7623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3ED1"/>
                </a:solidFill>
              </a:defRPr>
            </a:pPr>
            <a:r>
              <a:rPr sz="1500" b="1">
                <a:solidFill>
                  <a:srgbClr val="FF3ED1"/>
                </a:solidFill>
              </a:rPr>
              <a:t>TAKE THE RIVAL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376C79-5C99-4078-A792-2E656F0F8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1148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Settle close battles with a drift tackle.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3352E5-667F-435E-A289-18F914FE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7286625"/>
            <a:ext cx="190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5DE372-6661-44F2-B4FE-B0277F5E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771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844E80-CB35-4648-8047-50B711DF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7153275"/>
            <a:ext cx="190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1FFE88-0EDA-449C-BD4D-5EA3867F0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1437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12E68E-E555-42F0-8572-099F5E212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7019925"/>
            <a:ext cx="1905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19F0133-5E95-446A-B102-368802394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70104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7FAE9B-59F2-4AF6-86EA-8316BE1C7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6886575"/>
            <a:ext cx="190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802B77-A8EA-449B-B8B2-3B3132AE6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68770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709525-883F-4148-B16B-F675B5D7A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6753225"/>
            <a:ext cx="1905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A8A5F1E-0D87-4423-8011-5FE983B8D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67437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31CB41-51B6-45D9-94FD-707C979EC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7286625"/>
            <a:ext cx="190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5C5816F-833D-4795-9FAC-DF18380A5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72771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5CB4E90-00E5-4416-B9A5-DE440CDCA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7153275"/>
            <a:ext cx="190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5170C6C-9F3D-425D-9C95-228BBDB1F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71437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1213921-BC61-4CF1-90C3-25DA78C6B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7019925"/>
            <a:ext cx="1905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8B1FD65-95C9-4693-9D4E-29B73DCB8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70104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1AF8D43-EC9A-4D74-9BED-1869DF81D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6886575"/>
            <a:ext cx="190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161DF6D-FC8C-40A6-A013-C27CD9435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68770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EC645E3-0697-48F8-AE4B-3C5A0C85B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6753225"/>
            <a:ext cx="1905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E5693E3-DB60-4774-B237-691BE792E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67437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CFD5D67-03C6-4372-849C-47AF3B47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7286625"/>
            <a:ext cx="190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8D3D50B-0470-4F68-96E3-D0843BBC4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72771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73B4267-568B-4A66-AF24-EFD9F415B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7153275"/>
            <a:ext cx="190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7F508E9-6F09-4C4E-9E73-FA17A16E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71437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A15C17-A530-4834-B602-A6EB696AF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452349F-9C8A-4552-9253-199D89053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6B48E6E-65ED-4A4F-A252-C3C0A1AC9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2533422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E2BCC7-22BE-4BBD-8D10-C2D018471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79502C-CE53-47AF-9B8E-2188F777C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35F2EA"/>
                </a:solidFill>
              </a:defRPr>
            </a:pPr>
            <a:r>
              <a:rPr sz="1125" b="1">
                <a:solidFill>
                  <a:srgbClr val="35F2EA"/>
                </a:solidFill>
              </a:rPr>
              <a:t>PART 1 / OBJECTIVE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273D75-C988-4E23-BEA1-DC2E8181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C180F9-EB5E-43FE-A438-C1BD58D95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Complete three laps first, but expect a fight to the line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587642-EE82-4867-94A4-FEA7AFFEF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4267200" cy="3429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5F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3E0D6A-E4B4-40C6-B9EA-8E1B0B63D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9240" y="2686050"/>
            <a:ext cx="2560320" cy="2057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0566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45CEB4-210F-40FA-B445-803B1C5C7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743450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D7B5F8-7B12-4390-8B5F-A7197DBC3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" y="4282440"/>
            <a:ext cx="560070" cy="293370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398EA4-9FFC-43EE-BE1B-10C8516E9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4498" y="4349115"/>
            <a:ext cx="306705" cy="15335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49B57F-7BF1-4DD8-859F-E5B037852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3765" y="2777490"/>
            <a:ext cx="560070" cy="293370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E67F58-75E8-46EA-801A-811550279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0448" y="2844165"/>
            <a:ext cx="306705" cy="15335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23536D-6C5A-47BF-BBE0-F9C6D9321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81300"/>
            <a:ext cx="2190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8400" b="1">
                <a:solidFill>
                  <a:srgbClr val="FF3ED1"/>
                </a:solidFill>
              </a:defRPr>
            </a:pPr>
            <a:r>
              <a:rPr sz="8400" b="1">
                <a:solidFill>
                  <a:srgbClr val="FF3ED1"/>
                </a:solidFill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05FBB6-B2EE-4C7E-8382-301E85561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019550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F3FBFF"/>
                </a:solidFill>
              </a:defRPr>
            </a:pPr>
            <a:r>
              <a:rPr sz="1950" b="1">
                <a:solidFill>
                  <a:srgbClr val="F3FBFF"/>
                </a:solidFill>
              </a:rPr>
              <a:t>LAPS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600BEE-93EB-4B2F-9BE1-EB579ED80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1336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BBB082-218E-4853-A6C6-4F340C3FF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9775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5265"/>
                </a:solidFill>
              </a:defRPr>
            </a:pPr>
            <a:r>
              <a:rPr sz="1500" b="1">
                <a:solidFill>
                  <a:srgbClr val="FF5265"/>
                </a:solidFill>
              </a:rPr>
              <a:t>1 PLAYER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2B8F3A-C88B-48B9-B376-DF461588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62200"/>
            <a:ext cx="4533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Drive the red P1 car against a blue CPU at LEVEL 1-5.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7D6DDC-43F4-4012-A4E4-FF6D61667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771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C159D8-48A2-4B80-A5A0-E6E18B9A8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48075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648BFF"/>
                </a:solidFill>
              </a:defRPr>
            </a:pPr>
            <a:r>
              <a:rPr sz="1500" b="1">
                <a:solidFill>
                  <a:srgbClr val="648BFF"/>
                </a:solidFill>
              </a:rPr>
              <a:t>2 PLAYERS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237D6E-A3C3-45EA-940F-5CF35AB5D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533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Two drivers compete on one X68000; two pads are supported.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817950-ED73-4747-959D-3FFF5EE88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4102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C62A9E-137E-4836-B120-BE9006995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286375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D35A"/>
                </a:solidFill>
              </a:defRPr>
            </a:pPr>
            <a:r>
              <a:rPr sz="1500" b="1">
                <a:solidFill>
                  <a:srgbClr val="FFD35A"/>
                </a:solidFill>
              </a:rPr>
              <a:t>DEAD HEAT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3476CF-C9BA-4A3A-BFFF-5507D05C9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38800"/>
            <a:ext cx="4533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Same 20 Hz finish = draw.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A0E5C3-1C24-4057-A09A-5743ACD6F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9E99C9-3B8F-44CC-9C83-CF2B5F0AC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B33045-419C-4355-8524-E2017CB3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2327515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7165571-404F-4F73-8186-DCF350752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385B8F-C688-438A-B9B3-DE6EEC172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D35A"/>
                </a:solidFill>
              </a:defRPr>
            </a:pPr>
            <a:r>
              <a:rPr sz="1125" b="1">
                <a:solidFill>
                  <a:srgbClr val="FFD35A"/>
                </a:solidFill>
              </a:rPr>
              <a:t>PART 1 / STARTING THE GAME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69C839-4A01-4764-9F60-BC3DA49D6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4B84E8-D512-4CB4-A7C0-B98654AA6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Choose racing or SOUND TEST at the title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F693F9-EC8B-4B1A-B6D9-CFDEE44D5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FE94F8-1355-40DD-B609-D4F7F9D81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1P / 2P / 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56B100-CAF0-477F-A86F-7E513B4FC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1280" y="23526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A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E83184-985A-4AC1-9B16-4D3A80872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368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4D28C2-E8EF-4CDE-88B2-82D9D1642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CPU LEVEL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7AC78D-00E6-459B-921A-43469045B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2960" y="23526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A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30BB00-D406-47FA-86CF-A64719F2F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536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E1CAC0-645F-443B-92F1-05EBFD72D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156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SELECT COURSE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9D39D7-6D5D-41E4-B051-CD2B3ACA3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640" y="23526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A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CC44B9-8B4D-4DA2-B2A0-C509CC7F7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704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821411-0235-4677-97A2-CC6E227DC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HOW TO PLAY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F15441-E8C3-40C4-AE9A-F5E2B9024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6320" y="23526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A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D61ECA-44FD-489C-B273-BA43CCBC4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872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3ED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FA8D56-C0BA-42FE-BBB9-F4BDBAEA7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492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3ED1"/>
                </a:solidFill>
              </a:defRPr>
            </a:pPr>
            <a:r>
              <a:rPr sz="1500" b="1">
                <a:solidFill>
                  <a:srgbClr val="FF3ED1"/>
                </a:solidFill>
              </a:rPr>
              <a:t>START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67994D-C319-467B-A3ED-C91A426B0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450FEC-A687-4998-9A14-8C8092DF2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7187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329AA0-FCC3-45AF-B30A-C2BF1AD04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42900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3FBFF"/>
                </a:solidFill>
              </a:defRPr>
            </a:pPr>
            <a:r>
              <a:rPr sz="1725" b="0">
                <a:solidFill>
                  <a:srgbClr val="F3FBFF"/>
                </a:solidFill>
              </a:rPr>
              <a:t>Up/down: 1P, 2P, or SOUND TEST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6C4A37-0F3F-48D4-959E-EAFECC6DC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291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02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0FC6F6-066C-4D83-A20B-E67906A18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5292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CE2754-E178-4E2F-B43D-597591868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2100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3FBFF"/>
                </a:solidFill>
              </a:defRPr>
            </a:pPr>
            <a:r>
              <a:rPr sz="1725" b="0">
                <a:solidFill>
                  <a:srgbClr val="F3FBFF"/>
                </a:solidFill>
              </a:rPr>
              <a:t>1P: left/right changes CPU LEVEL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827DBF-C2A9-4B99-84E6-A1BD53B38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1015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03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E66BA7-CBEC-496C-870C-39A2AE0F4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3397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7DA4E2-BCED-441F-BC37-99D5F9461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99110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3FBFF"/>
                </a:solidFill>
              </a:defRPr>
            </a:pPr>
            <a:r>
              <a:rPr sz="1725" b="0">
                <a:solidFill>
                  <a:srgbClr val="F3FBFF"/>
                </a:solidFill>
              </a:rPr>
              <a:t>Race: choose course, then review controls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8D815D-29DF-49F9-9A83-6E7F791E5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91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04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214316-E551-41CC-95E6-DAA79DB9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91502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AB70678-C4AF-40E8-B296-03CFF1CF9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7721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3FBFF"/>
                </a:solidFill>
              </a:defRPr>
            </a:pPr>
            <a:r>
              <a:rPr sz="1725" b="0">
                <a:solidFill>
                  <a:srgbClr val="F3FBFF"/>
                </a:solidFill>
              </a:rPr>
              <a:t>Sound Test: left/right, then SPACE to play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F93EC90-402E-440A-BEBD-FEE77ECB9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647C610-21FD-4BF7-AE00-137878A50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A3FF4E9-50B4-4058-80FF-A78299D04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2249920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background">
            <a:extLst xmlns:a="http://schemas.openxmlformats.org/drawingml/2006/main">
              <a:ext uri="{FF2B5EF4-FFF2-40B4-BE49-F238E27FC236}">
                <a16:creationId xmlns:a16="http://schemas.microsoft.com/office/drawing/2014/main" id="{E7C63870-6269-486C-8F0B-E3FA14AFA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A"/>
          </a:solidFill>
          <a:ln xmlns:a="http://schemas.openxmlformats.org/drawingml/2006/main" w="0">
            <a:solidFill>
              <a:srgbClr val="05070A"/>
            </a:solidFill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9874B8A0-EF89-4A01-A5D0-C7BC045CA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6E6"/>
          </a:solidFill>
          <a:ln xmlns:a="http://schemas.openxmlformats.org/drawingml/2006/main" w="0">
            <a:solidFill>
              <a:srgbClr val="00E6E6"/>
            </a:solidFill>
            <a:prstDash val="solid"/>
          </a:ln>
        </p:spPr>
      </p:sp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628AD59D-EA9B-416F-A56C-723A60350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E6E6"/>
                </a:solidFill>
              </a:defRPr>
            </a:pPr>
            <a:r>
              <a:rPr sz="1350" b="1">
                <a:solidFill>
                  <a:srgbClr val="00E6E6"/>
                </a:solidFill>
              </a:rPr>
              <a:t>PART 1 / COURSE SELECT</a:t>
            </a:r>
          </a:p>
        </p:txBody>
      </p:sp>
      <p:sp>
        <p:nvSpPr>
          <p:cNvPr id="4" name="header-rule">
            <a:extLst xmlns:a="http://schemas.openxmlformats.org/drawingml/2006/main">
              <a:ext uri="{FF2B5EF4-FFF2-40B4-BE49-F238E27FC236}">
                <a16:creationId xmlns:a16="http://schemas.microsoft.com/office/drawing/2014/main" id="{48EFFC42-D8C0-4201-A3A7-06DB31090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F91D61AC-B3FE-4D50-8586-DF74F7B88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4F7FA"/>
                </a:solidFill>
              </a:defRPr>
            </a:pPr>
            <a:r>
              <a:rPr sz="2700" b="1">
                <a:solidFill>
                  <a:srgbClr val="F4F7FA"/>
                </a:solidFill>
              </a:rPr>
              <a:t>Choose one of three courses from rotating previews</a:t>
            </a:r>
          </a:p>
        </p:txBody>
      </p:sp>
      <p:sp>
        <p:nvSpPr>
          <p:cNvPr id="6" name="divider-1">
            <a:extLst xmlns:a="http://schemas.openxmlformats.org/drawingml/2006/main">
              <a:ext uri="{FF2B5EF4-FFF2-40B4-BE49-F238E27FC236}">
                <a16:creationId xmlns:a16="http://schemas.microsoft.com/office/drawing/2014/main" id="{3681A368-B92F-4E31-BECC-0B01A5709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866900"/>
            <a:ext cx="9525" cy="453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7" name="divider-2">
            <a:extLst xmlns:a="http://schemas.openxmlformats.org/drawingml/2006/main">
              <a:ext uri="{FF2B5EF4-FFF2-40B4-BE49-F238E27FC236}">
                <a16:creationId xmlns:a16="http://schemas.microsoft.com/office/drawing/2014/main" id="{3DF947B2-FF44-4738-94F4-005A1422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866900"/>
            <a:ext cx="9525" cy="453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2A52F0-8664-47A4-ABF5-744BF18AF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2667000" cy="14668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E6E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A19299-BE12-454E-A357-7C4D6ADEA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8260" y="2426970"/>
            <a:ext cx="1706880" cy="88011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8909C"/>
            </a:solidFill>
            <a:prstDash val="solid"/>
          </a:ln>
        </p:spPr>
      </p:sp>
      <p:sp>
        <p:nvSpPr>
          <p:cNvPr id="10" name="course-RING">
            <a:extLst xmlns:a="http://schemas.openxmlformats.org/drawingml/2006/main">
              <a:ext uri="{FF2B5EF4-FFF2-40B4-BE49-F238E27FC236}">
                <a16:creationId xmlns:a16="http://schemas.microsoft.com/office/drawing/2014/main" id="{CC0D8F8A-0D82-423D-93BB-F4135AD41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2895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0E6E6"/>
                </a:solidFill>
              </a:defRPr>
            </a:pPr>
            <a:r>
              <a:rPr sz="2400" b="1">
                <a:solidFill>
                  <a:srgbClr val="00E6E6"/>
                </a:solidFill>
              </a:rPr>
              <a:t>RING</a:t>
            </a:r>
          </a:p>
        </p:txBody>
      </p:sp>
      <p:sp>
        <p:nvSpPr>
          <p:cNvPr id="11" name="course-RING-body">
            <a:extLst xmlns:a="http://schemas.openxmlformats.org/drawingml/2006/main">
              <a:ext uri="{FF2B5EF4-FFF2-40B4-BE49-F238E27FC236}">
                <a16:creationId xmlns:a16="http://schemas.microsoft.com/office/drawing/2014/main" id="{4AA454CC-8819-4A8C-9DE3-43C848F70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2895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Balanced classic ring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Learn gates, lines, and tackles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6255BD-8BA5-434C-B785-C143E5DA5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133600"/>
            <a:ext cx="2895600" cy="14668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4F7F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6F6CCE-F0C5-44D0-8BFC-7157894D1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4108" y="2426970"/>
            <a:ext cx="1853184" cy="88011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8909C"/>
            </a:solidFill>
            <a:prstDash val="solid"/>
          </a:ln>
        </p:spPr>
      </p:sp>
      <p:sp>
        <p:nvSpPr>
          <p:cNvPr id="14" name="course-OVAL">
            <a:extLst xmlns:a="http://schemas.openxmlformats.org/drawingml/2006/main">
              <a:ext uri="{FF2B5EF4-FFF2-40B4-BE49-F238E27FC236}">
                <a16:creationId xmlns:a16="http://schemas.microsoft.com/office/drawing/2014/main" id="{7F6FC10C-7DF0-4F9C-92E9-6548E3AB3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905250"/>
            <a:ext cx="2895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F4F7FA"/>
                </a:solidFill>
              </a:defRPr>
            </a:pPr>
            <a:r>
              <a:rPr sz="2400" b="1">
                <a:solidFill>
                  <a:srgbClr val="F4F7FA"/>
                </a:solidFill>
              </a:rPr>
              <a:t>OVAL</a:t>
            </a:r>
          </a:p>
        </p:txBody>
      </p:sp>
      <p:sp>
        <p:nvSpPr>
          <p:cNvPr id="15" name="course-OVAL-body">
            <a:extLst xmlns:a="http://schemas.openxmlformats.org/drawingml/2006/main">
              <a:ext uri="{FF2B5EF4-FFF2-40B4-BE49-F238E27FC236}">
                <a16:creationId xmlns:a16="http://schemas.microsoft.com/office/drawing/2014/main" id="{8DBA5CA0-6097-4B1B-8488-F3ACFA20A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72000"/>
            <a:ext cx="2895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Wide high-speed oval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Connect acceleration and boost zones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42CC0B-8DB7-476A-A1D7-0E893E092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33600"/>
            <a:ext cx="2667000" cy="1466850"/>
          </a:xfrm>
          <a:prstGeom xmlns:a="http://schemas.openxmlformats.org/drawingml/2006/main" prst="hexagon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35D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44AE24-07E1-4909-BD06-DA2445654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1060" y="2426970"/>
            <a:ext cx="1706880" cy="880110"/>
          </a:xfrm>
          <a:prstGeom xmlns:a="http://schemas.openxmlformats.org/drawingml/2006/main" prst="hexagon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8909C"/>
            </a:solidFill>
            <a:prstDash val="solid"/>
          </a:ln>
        </p:spPr>
      </p:sp>
      <p:sp>
        <p:nvSpPr>
          <p:cNvPr id="18" name="course-PULSE">
            <a:extLst xmlns:a="http://schemas.openxmlformats.org/drawingml/2006/main">
              <a:ext uri="{FF2B5EF4-FFF2-40B4-BE49-F238E27FC236}">
                <a16:creationId xmlns:a16="http://schemas.microsoft.com/office/drawing/2014/main" id="{86587C36-3ACC-4054-908D-515072589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905250"/>
            <a:ext cx="2895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FF35D3"/>
                </a:solidFill>
              </a:defRPr>
            </a:pPr>
            <a:r>
              <a:rPr sz="2400" b="1">
                <a:solidFill>
                  <a:srgbClr val="FF35D3"/>
                </a:solidFill>
              </a:rPr>
              <a:t>PULSE</a:t>
            </a:r>
          </a:p>
        </p:txBody>
      </p:sp>
      <p:sp>
        <p:nvSpPr>
          <p:cNvPr id="19" name="course-PULSE-body">
            <a:extLst xmlns:a="http://schemas.openxmlformats.org/drawingml/2006/main">
              <a:ext uri="{FF2B5EF4-FFF2-40B4-BE49-F238E27FC236}">
                <a16:creationId xmlns:a16="http://schemas.microsoft.com/office/drawing/2014/main" id="{CA39B3F3-E0B5-4761-A353-EAF28BEF1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72000"/>
            <a:ext cx="2895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Three-apex technical loop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Read the next apex and gate early</a:t>
            </a:r>
          </a:p>
        </p:txBody>
      </p:sp>
      <p:sp>
        <p:nvSpPr>
          <p:cNvPr id="20" name="control-rule">
            <a:extLst xmlns:a="http://schemas.openxmlformats.org/drawingml/2006/main">
              <a:ext uri="{FF2B5EF4-FFF2-40B4-BE49-F238E27FC236}">
                <a16:creationId xmlns:a16="http://schemas.microsoft.com/office/drawing/2014/main" id="{B7B44F97-A3AD-4395-BB8D-DC6CA01AF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6667500"/>
            <a:ext cx="800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6E6"/>
          </a:solidFill>
          <a:ln xmlns:a="http://schemas.openxmlformats.org/drawingml/2006/main" w="0">
            <a:solidFill>
              <a:srgbClr val="00E6E6"/>
            </a:solidFill>
            <a:prstDash val="solid"/>
          </a:ln>
        </p:spPr>
      </p:sp>
      <p:sp>
        <p:nvSpPr>
          <p:cNvPr id="21" name="controls">
            <a:extLst xmlns:a="http://schemas.openxmlformats.org/drawingml/2006/main">
              <a:ext uri="{FF2B5EF4-FFF2-40B4-BE49-F238E27FC236}">
                <a16:creationId xmlns:a16="http://schemas.microsoft.com/office/drawing/2014/main" id="{C733096F-991F-4A4B-A3AE-A431523A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858000"/>
            <a:ext cx="914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4F7FA"/>
                </a:solidFill>
              </a:defRPr>
            </a:pPr>
            <a:r>
              <a:rPr sz="1500" b="1">
                <a:solidFill>
                  <a:srgbClr val="F4F7FA"/>
                </a:solidFill>
              </a:rPr>
              <a:t>LEFT / RIGHT  SELECT     SPACE / BUTTON 1  CONFIRM     ESC  TITLE</a:t>
            </a:r>
          </a:p>
        </p:txBody>
      </p:sp>
      <p:sp>
        <p:nvSpPr>
          <p:cNvPr id="22" name="common-rules">
            <a:extLst xmlns:a="http://schemas.openxmlformats.org/drawingml/2006/main">
              <a:ext uri="{FF2B5EF4-FFF2-40B4-BE49-F238E27FC236}">
                <a16:creationId xmlns:a16="http://schemas.microsoft.com/office/drawing/2014/main" id="{2BE10E95-CCDE-4E35-A8D2-2E746AE8F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448550"/>
            <a:ext cx="914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78909C"/>
                </a:solidFill>
              </a:defRPr>
            </a:pPr>
            <a:r>
              <a:rPr sz="1275" b="0">
                <a:solidFill>
                  <a:srgbClr val="78909C"/>
                </a:solidFill>
              </a:rPr>
              <a:t>ALL COURSES: 3 LAPS / SAME PHYSICS / ACTIVE GATE / </a:t>
            </a:r>
            <a:r>
              <a:rPr sz="1275" b="0">
                <a:solidFill>
                  <a:srgbClr val="78909C"/>
                </a:solidFill>
              </a:rPr>
              <a:t>SLIPSTREAM + CATCH-UP</a:t>
            </a:r>
          </a:p>
        </p:txBody>
      </p:sp>
      <p:sp>
        <p:nvSpPr>
          <p:cNvPr id="2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E6287380-84EB-48F4-A93D-1AE75D6F9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20050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2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94480DFD-C80D-4432-BCCC-AA06ADBEF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8909C"/>
                </a:solidFill>
              </a:defRPr>
            </a:pPr>
            <a:r>
              <a:rPr sz="975" b="1">
                <a:solidFill>
                  <a:srgbClr val="78909C"/>
                </a:solidFill>
              </a:rPr>
              <a:t>WIRE DRIFT RACERS</a:t>
            </a:r>
          </a:p>
        </p:txBody>
      </p:sp>
      <p:sp>
        <p:nvSpPr>
          <p:cNvPr id="25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727ED5E2-7A33-4FB9-8DBC-DA3778D7B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8096250"/>
            <a:ext cx="3009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78909C"/>
                </a:solidFill>
              </a:defRPr>
            </a:pPr>
            <a:r>
              <a:rPr sz="975" b="0">
                <a:solidFill>
                  <a:srgbClr val="78909C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810424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C516888-F1A0-46FB-A182-126A9AAD9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4F6541-A326-4AC3-A951-FEF7A685C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5265"/>
                </a:solidFill>
              </a:defRPr>
            </a:pPr>
            <a:r>
              <a:rPr sz="1125" b="1">
                <a:solidFill>
                  <a:srgbClr val="FF5265"/>
                </a:solidFill>
              </a:rPr>
              <a:t>PART 1 / CONTROLS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A2A17C-8FC0-4EBE-9148-9CADF240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4EB09D-4E1C-4BC9-B779-4BC3AA8C5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Learn each driver's controls on one side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2B80D9-A356-4079-BF0D-2535F9E15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FF5265"/>
                </a:solidFill>
              </a:defRPr>
            </a:pPr>
            <a:r>
              <a:rPr sz="1950" b="1">
                <a:solidFill>
                  <a:srgbClr val="FF5265"/>
                </a:solidFill>
              </a:rPr>
              <a:t>PLAYER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DA011C-4A9D-47BC-891D-346818633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90763"/>
            <a:ext cx="457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F3F646-807B-4CB3-91E0-AE757FA2D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193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ACCELERATE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5DCCED-244D-4229-8A90-2885039E8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5431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6BB76C-8116-4A4C-B367-F62616051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384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W / PAD UP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E69469-80FF-4337-BDA5-54930A3C0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385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DECELERATE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52E1BE-336E-408B-A9CA-5C4278832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36232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F2456F-4D75-4745-AD88-65CE2D60E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45757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S / PAD DOWN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7676FE-B99C-4963-AE73-A8DD723E5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576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DRIFT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CDFD4F-791C-4990-A17C-0ED1C6193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1814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4F668D-AEC2-47F1-A45F-B5C8BB36B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2767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A-D / PAD L-R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73CD7E-ED76-45B2-9B08-C8C1B184A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768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BOOST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5B0F97-96DE-4410-B29E-876A40E61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00062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C6E3FE-41AE-40F4-86E3-9B971AA43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09587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Q / BUTTON 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E7FAC3-D5CA-47E0-AC9B-286D3A918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959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BRAKE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B35494-FE2C-451D-AADF-49C2D6EE5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8197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39D4B1-7FEA-4C33-82A6-9EB5413C5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9150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E / BUTTON 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1CE4E8-D219-4322-8E60-30302A76B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80975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648BFF"/>
                </a:solidFill>
              </a:defRPr>
            </a:pPr>
            <a:r>
              <a:rPr sz="1950" b="1">
                <a:solidFill>
                  <a:srgbClr val="648BFF"/>
                </a:solidFill>
              </a:rPr>
              <a:t>PLAYER 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CD7F8F-8813-4BAB-90AB-4D48F8001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290763"/>
            <a:ext cx="457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08B151-075D-4908-9357-819EF33EF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6193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ACCELERATE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1ED380-CE98-4151-88FF-0D1683DA7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5431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63F1D8-97C0-4AD7-8EBE-A26A27DB6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384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CURSOR UP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8C1B10-1B53-4091-AE8A-BC979181C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4385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DECELERATE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45FA9D5-C44A-4A11-9CB6-7B2EFE1BF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36232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1DF9AB-3992-40BB-A8D0-070E3DCC5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5757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CURSOR DOWN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C4FEA25-B638-4184-B003-408043BC7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2576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DRIFT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FE9F55F-496D-4BE3-9759-D5FA457A4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1814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1AA2ECF-9B84-4C0D-BBDF-891CB95C0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2767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CURSOR L-R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3FC8520-E77B-4EE8-B3F4-BA6F91FB2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0768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BOOST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467A2AA-DCA5-446A-9357-142550D7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00062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CD4B767-1139-4759-AD95-29C58CFC3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09587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N / BUTTON 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A42F888-DA3B-4131-BD81-D7E855510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8959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BRAKE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E8E431B-F8BC-4144-8B19-7E6FF10F5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8197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FC5DDC4-7E02-454F-9ED0-9E7C11488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9150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M / BUTTON 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4624675-AC08-4AD9-9401-F8389705D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7162800"/>
            <a:ext cx="2057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FD35A"/>
                </a:solidFill>
              </a:defRPr>
            </a:pPr>
            <a:r>
              <a:rPr sz="1425" b="1">
                <a:solidFill>
                  <a:srgbClr val="FFD35A"/>
                </a:solidFill>
              </a:rPr>
              <a:t>ESC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DAED9B7-2DC9-4751-BF76-BD204C19C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75438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275" b="0">
                <a:solidFill>
                  <a:srgbClr val="92A7B8"/>
                </a:solidFill>
              </a:defRPr>
            </a:pPr>
            <a:r>
              <a:rPr sz="1275" b="0">
                <a:solidFill>
                  <a:srgbClr val="92A7B8"/>
                </a:solidFill>
              </a:rPr>
              <a:t>RETURN TO TITLE DURING A RACE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5327BB3-F232-4CB6-99E8-5AF7A52E3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970910F-B4C5-4F91-8025-787FFF586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549A6F7-301D-4D15-BAD3-D93A85D28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07329572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AED690C-8FFD-42BA-92E1-8E9A59222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7ADD4E-8F1C-47D4-9497-55572AEEA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648BFF"/>
                </a:solidFill>
              </a:defRPr>
            </a:pPr>
            <a:r>
              <a:rPr sz="1125" b="1">
                <a:solidFill>
                  <a:srgbClr val="648BFF"/>
                </a:solidFill>
              </a:rPr>
              <a:t>PART 1 / RACE SCREEN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2836DA-06C1-4C1C-9610-B874AE4AF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EF381E-13BB-428E-8BE0-7F9B4C14A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The HUD tells you what to do next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CED4F8-376F-4958-85B0-DAC097293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57375"/>
            <a:ext cx="7239000" cy="485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40566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A1A931-2659-4AD8-921D-DA7BFBF18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764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FF5265"/>
                </a:solidFill>
              </a:defRPr>
            </a:pPr>
            <a:r>
              <a:rPr sz="1425" b="1">
                <a:solidFill>
                  <a:srgbClr val="FF5265"/>
                </a:solidFill>
              </a:rPr>
              <a:t>P1  LAP 1 / 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ACD456-7D2A-4285-983C-56E621ECE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0764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425" b="1">
                <a:solidFill>
                  <a:srgbClr val="648BFF"/>
                </a:solidFill>
              </a:defRPr>
            </a:pPr>
            <a:r>
              <a:rPr sz="1425" b="1">
                <a:solidFill>
                  <a:srgbClr val="648BFF"/>
                </a:solidFill>
              </a:rPr>
              <a:t>CPU  LAP 1 / 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231A5C-B1EA-483E-96B8-5B91E38C0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DAF97C-7D8F-4172-8F14-F674BB57C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F08136-236D-408B-82EA-FE5A69F7E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4BAD6B-E38B-4AC0-8E78-FA8808F91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57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17A202-D3EF-46CA-8202-8F50DC537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51A582-5E79-4C9D-9846-9B6E4D6E1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892545-34CE-4333-B703-2CEE8EC17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284CB6-9476-4F7C-B472-A151E2EA4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60F01D-5486-42FE-93C5-2EB5337A6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31764B-225A-4026-8AB8-B46E82568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105503-56DE-4F3A-8636-BD5D504F9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D34C62-B218-4E9C-A403-1A9D6CE42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F15A4C-E68E-4E77-81A8-00E20A44F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94C2E9-58FF-4E41-B0B0-900F80049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DCEE78-6B96-4FBD-B310-B35A9A1BA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EF5D8F-9679-4522-A33A-54AEF014E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B98B75-89EA-4814-A1EB-05752DFE2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305175"/>
            <a:ext cx="4857750" cy="2476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3F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6F98F1-2655-4747-9691-1A1748F6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800475"/>
            <a:ext cx="2914650" cy="14859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2A7B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735069-2AF1-4EB0-9ED7-66D7924E8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286375"/>
            <a:ext cx="38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28D06E-A13C-4ABA-8C6A-B7BEA826C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7471" y="5307711"/>
            <a:ext cx="464058" cy="243078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FCC2A47-270A-4E5E-81CE-8C7A15976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437" y="5362956"/>
            <a:ext cx="254127" cy="12706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16EA5BC-5974-411F-8635-3E68362A7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5346" y="3974211"/>
            <a:ext cx="464058" cy="243078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7638F7-27EF-4D58-9AB4-EF0933EF2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0312" y="4029456"/>
            <a:ext cx="254127" cy="12706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6017F3C-347E-4494-96D0-4518F3985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3413" y="5286375"/>
            <a:ext cx="47625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611A32-F2F7-4CCC-B341-5A3458EF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99072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35F2EA"/>
                </a:solidFill>
              </a:defRPr>
            </a:pPr>
            <a:r>
              <a:rPr sz="1350" b="1">
                <a:solidFill>
                  <a:srgbClr val="35F2EA"/>
                </a:solidFill>
              </a:rPr>
              <a:t>LAP COUNT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4948714-6AEE-42D8-BA24-944D78ACB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1240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18D85D5-1991-4D3E-8980-DD10F4477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3842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35F2EA"/>
                </a:solidFill>
              </a:defRPr>
            </a:pPr>
            <a:r>
              <a:rPr sz="1350" b="1">
                <a:solidFill>
                  <a:srgbClr val="35F2EA"/>
                </a:solidFill>
              </a:rPr>
              <a:t>8-STEP BOOST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6046196-9FF4-4984-AF39-90ED27492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717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28270DE-B987-4F19-BAB0-B1F9D4CF5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70522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FFD35A"/>
                </a:solidFill>
              </a:defRPr>
            </a:pPr>
            <a:r>
              <a:rPr sz="1350" b="1">
                <a:solidFill>
                  <a:srgbClr val="FFD35A"/>
                </a:solidFill>
              </a:rPr>
              <a:t>ACTIVE GATE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B8ECDD3-24BD-421A-8770-61D1F85F7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8385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5A5B66D-1F20-49BC-AD40-B3006C64A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9105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FF5265"/>
                </a:solidFill>
              </a:defRPr>
            </a:pPr>
            <a:r>
              <a:rPr sz="1350" b="1">
                <a:solidFill>
                  <a:srgbClr val="FF5265"/>
                </a:solidFill>
              </a:rPr>
              <a:t>RED = P1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CB850A9-1EAA-459F-AD22-7D231A160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7244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EB06ACD-B641-4548-B3EC-C28F75BFD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34352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648BFF"/>
                </a:solidFill>
              </a:defRPr>
            </a:pPr>
            <a:r>
              <a:rPr sz="1350" b="1">
                <a:solidFill>
                  <a:srgbClr val="648BFF"/>
                </a:solidFill>
              </a:rPr>
              <a:t>BLUE = P2 / CPU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99B1680-5B03-4521-A772-FC6178E9F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4768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4B2DC28-5096-4E67-900D-AFA65FE3F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C2FDA2E-618F-4C93-B68E-6A7824D9D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3AF1705-5D0A-4869-A5EE-A473DE0DC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32666980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2D16D7-CD41-4F88-80E3-4A8F3FE46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0132E4-F662-49AC-815F-3E3EDF669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35F2EA"/>
                </a:solidFill>
              </a:defRPr>
            </a:pPr>
            <a:r>
              <a:rPr sz="1125" b="1">
                <a:solidFill>
                  <a:srgbClr val="35F2EA"/>
                </a:solidFill>
              </a:rPr>
              <a:t>PART 1 / RULES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744A4B-A398-4D3B-A66E-1FA8F2CD6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F3489A-3001-49CB-8EAF-CA0723C87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Four rules decide every race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26A448-CE91-4801-8AF3-83981A8FF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48006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936A8C-2C83-410E-9F9E-C6AB73AAD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33600"/>
            <a:ext cx="426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35F2EA"/>
                </a:solidFill>
              </a:defRPr>
            </a:pPr>
            <a:r>
              <a:rPr sz="1875" b="1">
                <a:solidFill>
                  <a:srgbClr val="35F2EA"/>
                </a:solidFill>
              </a:rPr>
              <a:t>3 LAPS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385262-AAF8-4949-9747-175954698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62250"/>
            <a:ext cx="4267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Cross the start line in the forward direction to advance.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9227FA-8B98-4663-B5C8-AF5AAE948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885950"/>
            <a:ext cx="48006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3ED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D7DA36-9E32-4312-A152-221A2BA8E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33600"/>
            <a:ext cx="426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FF3ED1"/>
                </a:solidFill>
              </a:defRPr>
            </a:pPr>
            <a:r>
              <a:rPr sz="1875" b="1">
                <a:solidFill>
                  <a:srgbClr val="FF3ED1"/>
                </a:solidFill>
              </a:rPr>
              <a:t>RESULT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3BBE89-8A25-4315-9BCD-7A5925A52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762250"/>
            <a:ext cx="4267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A winner-specific fanfare plays; results remain for about five seconds.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2FC868-D587-4A5A-BF7C-6C9E18248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48006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D35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0F254E-F835-441F-9A43-21E3E416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76800"/>
            <a:ext cx="426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FFD35A"/>
                </a:solidFill>
              </a:defRPr>
            </a:pPr>
            <a:r>
              <a:rPr sz="1875" b="1">
                <a:solidFill>
                  <a:srgbClr val="FFD35A"/>
                </a:solidFill>
              </a:rPr>
              <a:t>COUNTDOWN + INPUT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B0A419-E550-4D92-93D2-DFF1DEEC4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05450"/>
            <a:ext cx="4267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3, 2, 1 sound every 0.75 s. Controls unlock at START; release after finish.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C61064-347F-4A23-9ADC-BEF5D812F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629150"/>
            <a:ext cx="48006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C14130-1C7E-42B5-92BF-A7058714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876800"/>
            <a:ext cx="426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648BFF"/>
                </a:solidFill>
              </a:defRPr>
            </a:pPr>
            <a:r>
              <a:rPr sz="1875" b="1">
                <a:solidFill>
                  <a:srgbClr val="648BFF"/>
                </a:solidFill>
              </a:rPr>
              <a:t>ESC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051D6D-3F98-48A9-AE07-1B239308D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505450"/>
            <a:ext cx="4267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Return to title during a race; the title never exits to darkness.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46BA1F-0F3A-4518-A38E-20B9F638E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6FDEA0-4CB7-4593-B52A-C5176A46C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90F349-0F25-4A1D-8AC8-D444980FB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01395727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0CD324-B900-4968-896A-6F982A0C0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69FB2B-DC85-40DE-9CF9-517BCA6BC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D35A"/>
                </a:solidFill>
              </a:defRPr>
            </a:pPr>
            <a:r>
              <a:rPr sz="1125" b="1">
                <a:solidFill>
                  <a:srgbClr val="FFD35A"/>
                </a:solidFill>
              </a:rPr>
              <a:t>PART 1 / BOOST + ACTIVE GATE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2ABB48-8027-4DBA-999E-7E6462C17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08554C-7337-4CF8-9970-A11E7EEE8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Gates and boost reshape the racing line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0189E8-2CEF-4FC7-B621-C53C31919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FF5265"/>
                </a:solidFill>
              </a:defRPr>
            </a:pPr>
            <a:r>
              <a:rPr sz="2550" b="1">
                <a:solidFill>
                  <a:srgbClr val="FF5265"/>
                </a:solidFill>
              </a:rPr>
              <a:t>BOOST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86C52C-CE05-4EA2-A73C-C4490CB0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65CDF6-346F-44C0-8910-78B2935CA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5DA37D-4FE0-446F-944F-6703790F4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86EAAA-E8F8-4F3D-8ED8-AAA5A55E8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9C0A63-6A4B-45F8-B8A7-C3233170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078FEC-90C6-4CB9-876E-D9BCF86E4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A7146D-6038-4AC4-9F4E-B0B4C7175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593375-3848-4C5F-95C0-AF53F80C2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06DBB1-59B0-461C-AF7C-5428E0A2F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4016" y="3467481"/>
            <a:ext cx="944118" cy="494538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3FB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385A28-D693-47F4-B653-1216268CE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7567" y="3579876"/>
            <a:ext cx="517017" cy="258508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C78100-6E4C-41D6-B02A-68FE6DF05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19588"/>
            <a:ext cx="971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86017A-3443-49A2-A408-2AF19069A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6247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A9E7E9-7EC4-400E-9DF2-2FB88A916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4667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3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Break past normal speed 320 toward boost speed 512 at acceleration 32. The car brightens while the gauge drains.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2CF129-F3BE-4160-B504-BA2A63DD1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1809750"/>
            <a:ext cx="19050" cy="527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149470-3389-47FA-87E0-6A28F1A18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66900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FFD35A"/>
                </a:solidFill>
              </a:defRPr>
            </a:pPr>
            <a:r>
              <a:rPr sz="2550" b="1">
                <a:solidFill>
                  <a:srgbClr val="FFD35A"/>
                </a:solidFill>
              </a:rPr>
              <a:t>ACTIVE GATE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11B39B-8278-4A05-9050-542CE5098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19375"/>
            <a:ext cx="3810000" cy="2333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D43CAF-5370-4BED-BC8F-AD4F17B37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086100"/>
            <a:ext cx="2286000" cy="140017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0566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849AD3-C7A0-4705-8F88-DA2B56E18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86275"/>
            <a:ext cx="381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4C1CA3-A6C8-434D-8D61-9915D8D54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7713" y="4476750"/>
            <a:ext cx="6667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B564B0-E5EE-4538-AAD3-0618DCFBB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21970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3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Three gates light in an inner, center, or outer lane. First arrival earns boost; the claimed gate stays dark for about three seconds.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DA90F2-B5DD-4B51-814F-B0F977361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63E83C-492A-41FA-81F5-1FF3E80D0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1557C32-1902-43D8-83D7-9E120A1D5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30450111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96C4252-363C-4FD1-A6CC-E6E3E5DB2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90487B-94DD-41A0-89AF-AB9742022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3ED1"/>
                </a:solidFill>
              </a:defRPr>
            </a:pPr>
            <a:r>
              <a:rPr sz="1125" b="1">
                <a:solidFill>
                  <a:srgbClr val="FF3ED1"/>
                </a:solidFill>
              </a:rPr>
              <a:t>PART 1 / BATTLE SYSTEMS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3F4A64-E6F6-481A-8A1A-E29A71459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B771E5-A8A3-4FA2-AD1E-E1EE26189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Contact and pursuit are comeback weapons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529EAB-6A9A-49D4-80E2-717FDA756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9758" y="2584133"/>
            <a:ext cx="680085" cy="35623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75EFCB-7901-400D-A099-3C2CF4328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3586" y="2665095"/>
            <a:ext cx="372428" cy="18621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83C437-6998-48D9-8A13-C9B9E7B59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0458" y="2584133"/>
            <a:ext cx="680085" cy="35623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F9ABED-9790-4858-837C-7651D3215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4286" y="2665095"/>
            <a:ext cx="372428" cy="18621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F79E90-88DB-4FDA-AC8C-273372413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738438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D85827-8F03-44A1-91E2-465DEFFC3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FF3ED1"/>
                </a:solidFill>
              </a:defRPr>
            </a:pPr>
            <a:r>
              <a:rPr sz="1950" b="1">
                <a:solidFill>
                  <a:srgbClr val="FF3ED1"/>
                </a:solidFill>
              </a:rPr>
              <a:t>DRIFT TACKLE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C39E8C-6E87-4928-B9B1-0412677F5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43375"/>
            <a:ext cx="47625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Drift toward the rival while touching to push the car across the lane. Rail contact causes extra slowdown, but the attacker also loses speed.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232295-5C7A-47A8-B8D3-033420022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1790700"/>
            <a:ext cx="19050" cy="523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720507-923C-43C1-BC29-7CF1604AF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924050"/>
            <a:ext cx="4648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35F2EA"/>
                </a:solidFill>
              </a:defRPr>
            </a:pPr>
            <a:r>
              <a:rPr sz="1950" b="1">
                <a:solidFill>
                  <a:srgbClr val="35F2EA"/>
                </a:solidFill>
              </a:rPr>
              <a:t>CATCH-UP BOOST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26B315-17AD-4751-A0D6-03F0ED292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098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3B6372-0E81-49B8-BB44-4E4EA4CDA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6098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A74BDC-B9E7-483E-9493-1FE1179A9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55FB81-15FD-4BB0-9FA5-8DF47AC34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B0D20E-A38B-4AB8-A59B-D2642B230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9CCD83-9F39-46C8-9DC1-6ED4A6D2C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B6270C-481D-467C-B0F3-09D9C05D2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8DFCDB-C32A-40E7-B10A-4CC020796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B79CED-C9B7-4E4C-9AF4-E11B9925E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44362B-69F1-493C-94A7-DE2AC299E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B71C68-A55A-4BDB-ABCA-22D0272AC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88FA735-A8E6-4C1B-9438-C7475B53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D936019-BA00-40A5-92CF-6436A4E7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43F525-8775-4149-9DDE-E2818AFF9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0289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226CF9-A9C6-470B-8DB0-3C3274403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0289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3E2C2B-8BAC-46AA-88A9-0FD355887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30289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774C982-A7BE-4D45-82C4-10443D87E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19500"/>
            <a:ext cx="44767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At close range, hold the leader's lane for 0.3 sec: DRAFT becomes SLIP and recovers 12 per update. It does not add automatic speed.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568AE07-1625-45C0-A24C-4B297E6A7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61975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CPU LEVEL 1  2  3  4  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F6EF85B-5396-462A-B073-DACB46E0A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611505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92A7B8"/>
                </a:solidFill>
              </a:defRPr>
            </a:pPr>
            <a:r>
              <a:rPr sz="1425" b="0">
                <a:solidFill>
                  <a:srgbClr val="92A7B8"/>
                </a:solidFill>
              </a:rPr>
              <a:t>SAME PHYSICS. DIFFERENT DECISIONS.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E7FDB51-88C1-49AB-9B57-D5109CE64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3D7B29A-3336-47F7-A18A-104C0B204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E17C06A-4F14-4AFA-B0C9-6261B3E61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  <p:sp>
        <p:nvSpPr>
          <p:cNvPr id="37" name="slip-label-cover">
            <a:extLst xmlns:a="http://schemas.openxmlformats.org/drawingml/2006/main">
              <a:ext uri="{FF2B5EF4-FFF2-40B4-BE49-F238E27FC236}">
                <a16:creationId xmlns:a16="http://schemas.microsoft.com/office/drawing/2014/main" id="{F7364464-DD75-4E01-9D24-120BEDDFA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885950"/>
            <a:ext cx="4476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A"/>
          </a:solidFill>
          <a:ln xmlns:a="http://schemas.openxmlformats.org/drawingml/2006/main" w="0">
            <a:solidFill>
              <a:srgbClr val="05070A"/>
            </a:solidFill>
            <a:prstDash val="solid"/>
          </a:ln>
        </p:spPr>
      </p:sp>
      <p:sp>
        <p:nvSpPr>
          <p:cNvPr id="38" name="slip-label">
            <a:extLst xmlns:a="http://schemas.openxmlformats.org/drawingml/2006/main">
              <a:ext uri="{FF2B5EF4-FFF2-40B4-BE49-F238E27FC236}">
                <a16:creationId xmlns:a16="http://schemas.microsoft.com/office/drawing/2014/main" id="{F7580180-0D85-42D0-80DF-1E289B5CB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94310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E6E6"/>
                </a:solidFill>
              </a:defRPr>
            </a:pPr>
            <a:r>
              <a:rPr sz="1725" b="1">
                <a:solidFill>
                  <a:srgbClr val="00E6E6"/>
                </a:solidFill>
              </a:rPr>
              <a:t>SLIPSTREAM + CATCH-UP</a:t>
            </a:r>
          </a:p>
        </p:txBody>
      </p:sp>
    </p:spTree>
    <p:extLst>
      <p:ext uri="{BB962C8B-B14F-4D97-AF65-F5344CB8AC3E}">
        <p14:creationId xmlns:p14="http://schemas.microsoft.com/office/powerpoint/2010/main" val="94502952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3B2164C-BDC1-46F7-96E0-7B7F376B7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52B7A5-6A9E-4D88-8484-27EAE04CF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648BFF"/>
                </a:solidFill>
              </a:defRPr>
            </a:pPr>
            <a:r>
              <a:rPr sz="1125" b="1">
                <a:solidFill>
                  <a:srgbClr val="648BFF"/>
                </a:solidFill>
              </a:rPr>
              <a:t>PART 1 / CPU LEVEL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8189D4-B2FE-49A7-9739-303D8E3C8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797021-7762-4878-802D-562196679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CPU LEVEL changes decision speed and aiming accuracy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8D736F-2C32-4C65-B3A1-222BEA775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859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92A7B8"/>
                </a:solidFill>
              </a:defRPr>
            </a:pPr>
            <a:r>
              <a:rPr sz="1275" b="1">
                <a:solidFill>
                  <a:srgbClr val="92A7B8"/>
                </a:solidFill>
              </a:rPr>
              <a:t>LEVEL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0E20E2-44C1-418D-962D-D9A1C8E06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8859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92A7B8"/>
                </a:solidFill>
              </a:defRPr>
            </a:pPr>
            <a:r>
              <a:rPr sz="1275" b="1">
                <a:solidFill>
                  <a:srgbClr val="92A7B8"/>
                </a:solidFill>
              </a:rPr>
              <a:t>BEHAVIOR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7F6915-1DD3-4F2D-9A97-D96B83820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8859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92A7B8"/>
                </a:solidFill>
              </a:defRPr>
            </a:pPr>
            <a:r>
              <a:rPr sz="1275" b="1">
                <a:solidFill>
                  <a:srgbClr val="92A7B8"/>
                </a:solidFill>
              </a:rPr>
              <a:t>RECOMMENDED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F01F1-F72B-4F9A-A7BD-7A6CBAFAE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6BC294-C656-422B-AD39-01E98EEF6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1460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3FBFF"/>
                </a:solidFill>
              </a:defRPr>
            </a:pPr>
            <a:r>
              <a:rPr sz="2025" b="1">
                <a:solidFill>
                  <a:srgbClr val="F3FBFF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E2C8D3-55FE-4F2C-93CD-A8AD160EA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4317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SLOW / WIDE ERROR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B3F6D4-1A5A-46AD-A49F-6D5FB7F1E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54317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FIRST RACE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5A2161-5730-4015-94AE-A42F2EE05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565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259DD0-C216-45DD-AD14-41EAB42E1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0995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3FBFF"/>
                </a:solidFill>
              </a:defRPr>
            </a:pPr>
            <a:r>
              <a:rPr sz="2025" b="1">
                <a:solidFill>
                  <a:srgbClr val="F3FBF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43F0DD-85ED-42D9-983D-73269245B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43852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SHORT BOOSTS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90F161-38C9-477B-BAE1-2B42EAE5A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43852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PRACTICE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5783EE-8882-49B9-8EFA-0A67AC98D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D27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A62CEA-FFBE-4BB4-A1FA-6A384236B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0530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35F2EA"/>
                </a:solidFill>
              </a:defRPr>
            </a:pPr>
            <a:r>
              <a:rPr sz="2025" b="1">
                <a:solidFill>
                  <a:srgbClr val="35F2EA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266579-8CB7-4EF8-9E47-9FCE05771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33387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STANDARD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667322-767A-408C-B77B-4261F7D14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33387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NORMAL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95BEDF-11EA-45D1-A652-FFCC48F32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F3BD7F-8A0E-4701-B841-410CD42D5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0065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3FBFF"/>
                </a:solidFill>
              </a:defRPr>
            </a:pPr>
            <a:r>
              <a:rPr sz="2025" b="1">
                <a:solidFill>
                  <a:srgbClr val="F3FBFF"/>
                </a:solidFill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5685AE-DFD3-4EEE-A91A-E9018E186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22922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FAST / LONG BOOSTS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461DCB-6592-4891-8F96-05715EDD8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22922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ADVANCED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0C43F6-A226-4D1C-89E2-4976FFD0F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8170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D73E28-A439-40AA-9870-4DF951794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09600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3FBFF"/>
                </a:solidFill>
              </a:defRPr>
            </a:pPr>
            <a:r>
              <a:rPr sz="2025" b="1">
                <a:solidFill>
                  <a:srgbClr val="F3FBFF"/>
                </a:solidFill>
              </a:rPr>
              <a:t>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930677-89E7-4D0A-9008-1313A4700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612457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FAST / ACCURATE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3F1CD60-7B87-4567-AC9F-6F6221256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12457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CHALLENGE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F7243C4-3AE9-4914-A1F9-98DA3EB81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0"/>
            <a:ext cx="10058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0">
                <a:solidFill>
                  <a:srgbClr val="FFD35A"/>
                </a:solidFill>
              </a:defRPr>
            </a:pPr>
            <a:r>
              <a:rPr sz="1500" b="0">
                <a:solidFill>
                  <a:srgbClr val="FFD35A"/>
                </a:solidFill>
              </a:rPr>
              <a:t>The CPU limits boost while far ahead. Every level shares the same speed limits and race rules.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42D3AE0-6DBF-4AEA-88DD-6484D8715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A90653E-BF2C-4F96-B3D9-2632AEB8B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0330A7-EE17-4471-BF74-255B5DE4E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00898139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944656-5F4F-408D-A5C0-841870720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BD435B-E674-49DF-8C4D-3D3092DE4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23900"/>
            <a:ext cx="171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5250" b="1">
                <a:solidFill>
                  <a:srgbClr val="FF3ED1"/>
                </a:solidFill>
              </a:defRPr>
            </a:pPr>
            <a:r>
              <a:rPr sz="5250" b="1">
                <a:solidFill>
                  <a:srgbClr val="FF3ED1"/>
                </a:solidFill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2F965F-E580-4F01-9233-6BE78367A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1000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600" b="1">
                <a:solidFill>
                  <a:srgbClr val="F3FBFF"/>
                </a:solidFill>
              </a:defRPr>
            </a:pPr>
            <a:r>
              <a:rPr sz="3600" b="1">
                <a:solidFill>
                  <a:srgbClr val="F3FBFF"/>
                </a:solidFill>
              </a:rPr>
              <a:t>PART 2 / RACING GUIDE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A8DB9B-D9E8-4750-B596-3659C3CC3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81350"/>
            <a:ext cx="8382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0">
                <a:solidFill>
                  <a:srgbClr val="92A7B8"/>
                </a:solidFill>
              </a:defRPr>
            </a:pPr>
            <a:r>
              <a:rPr sz="1875" b="0">
                <a:solidFill>
                  <a:srgbClr val="92A7B8"/>
                </a:solidFill>
              </a:rPr>
              <a:t>Win by combining the line, the gate, and controlled contact.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F9B2E2-1977-4A37-BB31-BAC8DCAB8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502920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C448F4-02D2-4E1B-B6EE-576BCD4DC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2714" y="4857750"/>
            <a:ext cx="3592286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68DF2B-526B-446C-81A2-3705831A7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9629" y="4857750"/>
            <a:ext cx="2155371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6C3F73-84DA-4530-AAFA-0BE25FAB8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6543" y="4857750"/>
            <a:ext cx="718457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5A0B8C-49CA-4ADB-9BAA-F6AC979B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718457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4A274D-EDE4-4B94-83F3-156144CA3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2155371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5A974B-F5CD-432D-875C-EEA360785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3592286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D419ED-E538-4F7F-A730-5473DFFE1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502920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3ECDB0-9922-4958-8FDB-CEDC233DD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8226" y="5348288"/>
            <a:ext cx="2333549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B4144E-244F-4447-80C9-AA29F5F19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2619" y="5843588"/>
            <a:ext cx="4264762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5AF38E-DABC-416A-B4F1-19E128812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7013" y="6338888"/>
            <a:ext cx="6195974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5F5999-1187-4D50-BBDF-DDB06CDAA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406" y="6834188"/>
            <a:ext cx="8127187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D96DAF-0BE4-4617-A570-45B791666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329488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F38D6E-C149-4171-A5E0-AAE079736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514850"/>
            <a:ext cx="5143500" cy="2000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3ED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DFE88D-788E-4716-AC66-5B3DFA21C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914900"/>
            <a:ext cx="3086100" cy="12001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0566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1C2C6B-BAE7-4D21-8101-74BE25CAD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6115050"/>
            <a:ext cx="38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AF827B-0965-4603-BA98-808B7206A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4464" y="5983224"/>
            <a:ext cx="576072" cy="30175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2724DD-57B2-4335-BA28-028145CD3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4766" y="6051804"/>
            <a:ext cx="315468" cy="15773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7FCA10-30C4-4BF4-89A8-F5DA96A95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1364" y="5306949"/>
            <a:ext cx="576072" cy="30175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8612F01-4687-49E7-858F-19AB5FC70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1666" y="5375529"/>
            <a:ext cx="315468" cy="15773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4228D1-9D14-4CF7-A568-8C800B704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77150"/>
            <a:ext cx="10058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35F2EA"/>
                </a:solidFill>
              </a:defRPr>
            </a:pPr>
            <a:r>
              <a:rPr sz="1350" b="1">
                <a:solidFill>
                  <a:srgbClr val="35F2EA"/>
                </a:solidFill>
              </a:rPr>
              <a:t>LINE  /  GATE  /  TACKLE  /  BOOST</a:t>
            </a:r>
          </a:p>
        </p:txBody>
      </p:sp>
    </p:spTree>
    <p:extLst>
      <p:ext uri="{BB962C8B-B14F-4D97-AF65-F5344CB8AC3E}">
        <p14:creationId xmlns:p14="http://schemas.microsoft.com/office/powerpoint/2010/main" val="129956776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2944FC9-1B0B-4BEC-9708-AF48510F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C4A8E1-3EE3-45F0-94FC-0CDA23430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35F2EA"/>
                </a:solidFill>
              </a:defRPr>
            </a:pPr>
            <a:r>
              <a:rPr sz="1125" b="1">
                <a:solidFill>
                  <a:srgbClr val="35F2EA"/>
                </a:solidFill>
              </a:rPr>
              <a:t>PART 2 / BASIC TECHNIQUE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67D76E-F897-4FB7-8A6B-A04AC2FEB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6291C5-F79F-417F-B54E-B3B465F1F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Start in the center and read the next gate early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75566C-BD35-493C-85BF-057D38B3F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5105400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8DE3C1-EF80-496E-9EEB-2A2F523E7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8286" y="5524500"/>
            <a:ext cx="3646714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BC0D1F-3527-4370-B633-9A8FD7B1C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6971" y="5524500"/>
            <a:ext cx="2188029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E7074E-10D2-4284-ACD2-848C6024A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5657" y="5524500"/>
            <a:ext cx="729343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655B25-274D-4FF9-9A04-58F444246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524500"/>
            <a:ext cx="729343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5E7BFA-3FE9-4EE5-880D-A30B96A93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524500"/>
            <a:ext cx="2188029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8E62E9-A0AD-41AD-8BC2-F82D1ABDC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524500"/>
            <a:ext cx="3646714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E93744-12D1-4C02-980C-3A50A8CF7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524500"/>
            <a:ext cx="5105400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B3BD1C-5F59-4DF0-BB32-0AB33F822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547" y="5919788"/>
            <a:ext cx="2368906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7571DF-4C21-4A95-BE73-847370CFE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310" y="6319838"/>
            <a:ext cx="4329379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F278EE-A704-490C-B9A9-C70D8BF77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0074" y="6719888"/>
            <a:ext cx="6289853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8F3C0F-31B1-4201-BB1F-444FC3D56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837" y="7119938"/>
            <a:ext cx="8250326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42AF13-0DF9-47C6-A69A-0945F6F22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199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D5405F-E773-4884-B00B-BB9CD62E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9D1A7B-DC6B-48B3-BE4C-A548429AB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1240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CENTER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F4A855-7CB6-4890-8358-23BE4CC28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765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Stay central after START to cover both inner and outer gates.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EAD227-1740-438D-83BC-3DCFD55CD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247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AEBAE8-E6F7-477C-AABC-09E60BE9E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1240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D35A"/>
                </a:solidFill>
              </a:defRPr>
            </a:pPr>
            <a:r>
              <a:rPr sz="1500" b="1">
                <a:solidFill>
                  <a:srgbClr val="FFD35A"/>
                </a:solidFill>
              </a:rPr>
              <a:t>LOOK AHEAD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EABB88-70EB-4751-8262-88DD078FA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765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Read the next gate, not only the rival. Late drifts cost speed.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B5B0F6-9468-4068-AC35-2DF99B0AE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247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B02F7E-D504-486C-B7F4-1764D3786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1240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3ED1"/>
                </a:solidFill>
              </a:defRPr>
            </a:pPr>
            <a:r>
              <a:rPr sz="1500" b="1">
                <a:solidFill>
                  <a:srgbClr val="FF3ED1"/>
                </a:solidFill>
              </a:rPr>
              <a:t>BRAKE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53B3BC-ACD2-4600-8ABC-A0CCD236E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4765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Use it to shape spacing, alter gate timing, or evade a tackle.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197CE1-B092-44AB-A92D-DA2A61FF9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048250"/>
            <a:ext cx="3810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A965E8F-9C6E-408B-B16F-376E0E929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959" y="6314694"/>
            <a:ext cx="656082" cy="34366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E4104B-4D8F-4520-8466-87145ACAA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5359" y="6392799"/>
            <a:ext cx="359283" cy="17964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E610A58-DBE9-4BDA-85C0-4BE220629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EF57273-FDE5-4F76-A848-D29CAEEA1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C63DFAB-3094-4F87-9949-8257B298C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31533887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F947003-988C-4842-AF8D-C92096470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5BAD52-9837-4859-BFA5-29A28D69B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5265"/>
                </a:solidFill>
              </a:defRPr>
            </a:pPr>
            <a:r>
              <a:rPr sz="1125" b="1">
                <a:solidFill>
                  <a:srgbClr val="FF5265"/>
                </a:solidFill>
              </a:rPr>
              <a:t>PART 2 / BOOST STRATEGY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0F9E17-8DF5-430D-91B7-1DC287968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347243-CDBD-4FEA-8C5C-729072A0C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Use short boosts for re-acceleration and pursuit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3A5882-D7B8-4BFF-91EC-81F84E749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0025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FF5265"/>
                </a:solidFill>
              </a:defRPr>
            </a:pPr>
            <a:r>
              <a:rPr sz="2250" b="1">
                <a:solidFill>
                  <a:srgbClr val="FF5265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260584-C4AC-4C35-86F0-93B4E34C6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0002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3FBFF"/>
                </a:solidFill>
              </a:defRPr>
            </a:pPr>
            <a:r>
              <a:rPr sz="1725" b="1">
                <a:solidFill>
                  <a:srgbClr val="F3FBFF"/>
                </a:solidFill>
              </a:rPr>
              <a:t>SHORT BURSTS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FDF803-E54C-4FEA-A094-BAFC6A272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524125"/>
            <a:ext cx="4991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Spend energy after corners or contact, not all at once.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7DFB11-D9CF-4873-8355-78D3E94D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1526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2681AB-A54A-4F99-9128-ACDB97875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21526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692221-A1E5-4533-99E4-9819C2D8B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1526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98FE18-35DC-448C-AD43-7645FF1AB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E6413E-1A14-4623-BABE-394F2EDB4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67ADC6-0E88-4976-BB45-08038AF64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EF8B3F-50BE-4F69-88E5-731ED36A5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E293D3-9768-4090-B9CE-17141E440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5D7A3A-D1CB-4E09-B842-E654C1137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6613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DB8DBD-8133-4D1B-BCE6-096976D3A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7665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FF5265"/>
                </a:solidFill>
              </a:defRPr>
            </a:pPr>
            <a:r>
              <a:rPr sz="2250" b="1">
                <a:solidFill>
                  <a:srgbClr val="FF5265"/>
                </a:solidFill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3A1930-6F3F-44E1-BFFE-57FBABDDD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6766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3FBFF"/>
                </a:solidFill>
              </a:defRPr>
            </a:pPr>
            <a:r>
              <a:rPr sz="1725" b="1">
                <a:solidFill>
                  <a:srgbClr val="F3FBFF"/>
                </a:solidFill>
              </a:rPr>
              <a:t>SAVE FOR GATES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B235C6-6071-4122-B670-CD40CD5C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200525"/>
            <a:ext cx="4991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Keep enough energy to accelerate after a lane fight.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42BE15-8A76-43A0-A9DD-D1CF11E21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290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9525">
            <a:solidFill>
              <a:srgbClr val="FFD35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F52387-1D5D-42F3-869B-AC8F2BE7E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38290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9525">
            <a:solidFill>
              <a:srgbClr val="FFD35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6B2035-2E76-49AB-9879-DA90C187E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501B52-A88E-4708-B11C-6B0505651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7B0BFC-E62A-46C4-A2A7-30B8E8B86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C62D62-F2BD-4675-9C33-925249F66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91952A-D62E-4ED3-87D3-A341381CE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045047F-83F1-4953-928D-C1C99E31A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003596-8634-4616-AE52-782EF6200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53013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C69AC9-419A-47B7-81E9-B329F7DB7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5305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FF5265"/>
                </a:solidFill>
              </a:defRPr>
            </a:pPr>
            <a:r>
              <a:rPr sz="2250" b="1">
                <a:solidFill>
                  <a:srgbClr val="FF5265"/>
                </a:solidFill>
              </a:rPr>
              <a:t>03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F5353B-7581-44BB-9D6E-EEF792A9F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3530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3FBFF"/>
                </a:solidFill>
              </a:defRPr>
            </a:pPr>
            <a:r>
              <a:rPr sz="1725" b="1">
                <a:solidFill>
                  <a:srgbClr val="F3FBFF"/>
                </a:solidFill>
              </a:rPr>
              <a:t>USE RECOVERY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BC8D497-C2F9-4504-82E4-36DA0A389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876925"/>
            <a:ext cx="4991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When catch-up refill begins, pulse it to close the gap.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A810971-3950-40C6-AEBB-E5A85E726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A08BC8C-54BB-4FC3-9DC4-3692CBA56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27A15F2-89EE-4CAB-9150-910FF5237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BC46E9D-7246-43E0-BBB7-A2127526F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40B5612-1FE2-428A-A367-54EF3CFC6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C9AE63F-9C74-4FD8-A4BA-5717699BF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F0D80D8-65A9-49E0-982D-C352F1F9C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5054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2CAE376-BF8F-4A16-AB46-B755FED40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55054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D1CA363-159A-4A04-B638-109A1D2C6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729413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65A5224-8CDD-4A32-B351-12888BB80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D48C79D-EC5C-4752-AB01-98BC6BA70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091B95F-3AEF-4756-AF35-B965CD000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78150523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4E5C8F-39E8-4A5E-A792-D20177015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EF50AD-094C-49B6-A8B6-AA951ADA4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D35A"/>
                </a:solidFill>
              </a:defRPr>
            </a:pPr>
            <a:r>
              <a:rPr sz="1125" b="1">
                <a:solidFill>
                  <a:srgbClr val="FFD35A"/>
                </a:solidFill>
              </a:rPr>
              <a:t>PART 2 / GATE + TACKLE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8BE4CD-0D85-46CD-9439-62EE2F299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891DC6-3B8D-4ED4-AA4E-0E35547B3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Gate strategy means knowing what to take and what to skip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D42A3F-A2FA-4D8B-9C9B-8335FA428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790700"/>
            <a:ext cx="3333750" cy="25717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0A86DB-037E-480B-9ECA-5CC7BF3D0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305050"/>
            <a:ext cx="2000250" cy="15430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0566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E4F2D4-F7F5-4167-B5E8-79505646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3848100"/>
            <a:ext cx="38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ABA848-63B0-429B-8F07-AC1EDCA4D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9098" y="3694748"/>
            <a:ext cx="440055" cy="23050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29E4EC-C157-4C10-9915-F699755A3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8634" y="3747135"/>
            <a:ext cx="240983" cy="120491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011F56-C154-4BC8-B167-1A4FF6312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3973" y="2856548"/>
            <a:ext cx="440055" cy="23050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10FA14-BC27-4C01-B16D-83613D28F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3509" y="2908935"/>
            <a:ext cx="240983" cy="120491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C0D8F0-ED6F-4C4A-9C91-5F763EDC1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848100"/>
            <a:ext cx="57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713049-47AA-470B-9C98-7B45EB420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E54AC9-1A4E-425B-8CA5-9EEED133D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76425"/>
            <a:ext cx="491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ONE AHEAD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D864F6-6631-4406-997F-3822A3940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228850"/>
            <a:ext cx="4914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Skip a distant gate and prepare for the next one.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59BCFE-8551-4844-8177-5424E9747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9467A3-B0BF-4D74-8460-6D83114CC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533775"/>
            <a:ext cx="491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3ED1"/>
                </a:solidFill>
              </a:defRPr>
            </a:pPr>
            <a:r>
              <a:rPr sz="1500" b="1">
                <a:solidFill>
                  <a:srgbClr val="FF3ED1"/>
                </a:solidFill>
              </a:rPr>
              <a:t>ENTER THE LANE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670AD9-B74A-4F10-8882-83777F639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86200"/>
            <a:ext cx="4914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Share the rival's line to create a tackle chance.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BB49F4-7BD4-47E0-9E50-49EB7C398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43120B-8FD3-4DAD-B018-04FEBC3B9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91125"/>
            <a:ext cx="491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D35A"/>
                </a:solidFill>
              </a:defRPr>
            </a:pPr>
            <a:r>
              <a:rPr sz="1500" b="1">
                <a:solidFill>
                  <a:srgbClr val="FFD35A"/>
                </a:solidFill>
              </a:rPr>
              <a:t>RETURN CENTER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A12A2E-4572-4758-9A00-F664A5704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543550"/>
            <a:ext cx="4914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While a gate is dark, reset for the next lane.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B99229-282B-428C-9A55-860C57771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029200"/>
            <a:ext cx="333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875" b="1">
                <a:solidFill>
                  <a:srgbClr val="FF3ED1"/>
                </a:solidFill>
              </a:defRPr>
            </a:pPr>
            <a:r>
              <a:rPr sz="1875" b="1">
                <a:solidFill>
                  <a:srgbClr val="FF3ED1"/>
                </a:solidFill>
              </a:rPr>
              <a:t>DRIFT TACKLE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73BF7B-9A5B-46BB-B21E-047BAEC8B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619750"/>
            <a:ext cx="36004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MAXIMUM EFFECT AT THE RAIL. LEADERS CAN YIELD THE LANE.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E749FC-F4DF-44F5-8074-AF882319B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9554A0-6D2B-4472-9578-E4B9735CE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BFF1D4-EBC9-443F-BBB1-9D5E7FDBC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5601551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background">
            <a:extLst xmlns:a="http://schemas.openxmlformats.org/drawingml/2006/main">
              <a:ext uri="{FF2B5EF4-FFF2-40B4-BE49-F238E27FC236}">
                <a16:creationId xmlns:a16="http://schemas.microsoft.com/office/drawing/2014/main" id="{1ED7CC39-93BE-447D-9A12-9156D246E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A"/>
          </a:solidFill>
          <a:ln xmlns:a="http://schemas.openxmlformats.org/drawingml/2006/main" w="0">
            <a:solidFill>
              <a:srgbClr val="05070A"/>
            </a:solidFill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388756C0-F767-44D9-8F57-4E031B055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5D3"/>
          </a:solidFill>
          <a:ln xmlns:a="http://schemas.openxmlformats.org/drawingml/2006/main" w="0">
            <a:solidFill>
              <a:srgbClr val="FF35D3"/>
            </a:solidFill>
            <a:prstDash val="solid"/>
          </a:ln>
        </p:spPr>
      </p:sp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059A6E36-ACAF-45A4-817B-F50DC9778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35D3"/>
                </a:solidFill>
              </a:defRPr>
            </a:pPr>
            <a:r>
              <a:rPr sz="1350" b="1">
                <a:solidFill>
                  <a:srgbClr val="FF35D3"/>
                </a:solidFill>
              </a:rPr>
              <a:t>PART 2 / SLIPSTREAM</a:t>
            </a:r>
          </a:p>
        </p:txBody>
      </p:sp>
      <p:sp>
        <p:nvSpPr>
          <p:cNvPr id="4" name="header-rule">
            <a:extLst xmlns:a="http://schemas.openxmlformats.org/drawingml/2006/main">
              <a:ext uri="{FF2B5EF4-FFF2-40B4-BE49-F238E27FC236}">
                <a16:creationId xmlns:a16="http://schemas.microsoft.com/office/drawing/2014/main" id="{27B7C246-716B-473D-95C6-CD2185E94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C5C597E5-B9D5-4C6F-8245-AA4004F77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4F7FA"/>
                </a:solidFill>
              </a:defRPr>
            </a:pPr>
            <a:r>
              <a:rPr sz="2700" b="1">
                <a:solidFill>
                  <a:srgbClr val="F4F7FA"/>
                </a:solidFill>
              </a:rPr>
              <a:t>Hold the same lane and build BOOST for the pass</a:t>
            </a:r>
          </a:p>
        </p:txBody>
      </p:sp>
      <p:sp>
        <p:nvSpPr>
          <p:cNvPr id="6" name="leader-car">
            <a:extLst xmlns:a="http://schemas.openxmlformats.org/drawingml/2006/main">
              <a:ext uri="{FF2B5EF4-FFF2-40B4-BE49-F238E27FC236}">
                <a16:creationId xmlns:a16="http://schemas.microsoft.com/office/drawing/2014/main" id="{8041324B-5FAB-4E7D-98B2-CA5146913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981200"/>
            <a:ext cx="1428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B7DFF"/>
            </a:solidFill>
            <a:prstDash val="solid"/>
          </a:ln>
        </p:spPr>
      </p:sp>
      <p:sp>
        <p:nvSpPr>
          <p:cNvPr id="7" name="trailer-car">
            <a:extLst xmlns:a="http://schemas.openxmlformats.org/drawingml/2006/main">
              <a:ext uri="{FF2B5EF4-FFF2-40B4-BE49-F238E27FC236}">
                <a16:creationId xmlns:a16="http://schemas.microsoft.com/office/drawing/2014/main" id="{B7238FE3-8DF5-4F33-960E-88B3ACD7E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981200"/>
            <a:ext cx="1428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06A"/>
            </a:solidFill>
            <a:prstDash val="solid"/>
          </a:ln>
        </p:spPr>
      </p:sp>
      <p:sp>
        <p:nvSpPr>
          <p:cNvPr id="8" name="leader-label">
            <a:extLst xmlns:a="http://schemas.openxmlformats.org/drawingml/2006/main">
              <a:ext uri="{FF2B5EF4-FFF2-40B4-BE49-F238E27FC236}">
                <a16:creationId xmlns:a16="http://schemas.microsoft.com/office/drawing/2014/main" id="{17471E2C-97A7-474F-925F-28E5F6A71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90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4B7DFF"/>
                </a:solidFill>
              </a:defRPr>
            </a:pPr>
            <a:r>
              <a:rPr sz="1275" b="1">
                <a:solidFill>
                  <a:srgbClr val="4B7DFF"/>
                </a:solidFill>
              </a:rPr>
              <a:t>LEADER</a:t>
            </a:r>
          </a:p>
        </p:txBody>
      </p:sp>
      <p:sp>
        <p:nvSpPr>
          <p:cNvPr id="9" name="trailer-label">
            <a:extLst xmlns:a="http://schemas.openxmlformats.org/drawingml/2006/main">
              <a:ext uri="{FF2B5EF4-FFF2-40B4-BE49-F238E27FC236}">
                <a16:creationId xmlns:a16="http://schemas.microsoft.com/office/drawing/2014/main" id="{78B7A336-1042-482D-B63F-4CA73661D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590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506A"/>
                </a:solidFill>
              </a:defRPr>
            </a:pPr>
            <a:r>
              <a:rPr sz="1275" b="1">
                <a:solidFill>
                  <a:srgbClr val="FF506A"/>
                </a:solidFill>
              </a:rPr>
              <a:t>TRAILING</a:t>
            </a:r>
          </a:p>
        </p:txBody>
      </p:sp>
      <p:sp>
        <p:nvSpPr>
          <p:cNvPr id="10" name="draft-line-1">
            <a:extLst xmlns:a="http://schemas.openxmlformats.org/drawingml/2006/main">
              <a:ext uri="{FF2B5EF4-FFF2-40B4-BE49-F238E27FC236}">
                <a16:creationId xmlns:a16="http://schemas.microsoft.com/office/drawing/2014/main" id="{F1266D80-8C0F-43A6-ACB5-362656E20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114550"/>
            <a:ext cx="1809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6E6"/>
          </a:solidFill>
          <a:ln xmlns:a="http://schemas.openxmlformats.org/drawingml/2006/main" w="0">
            <a:solidFill>
              <a:srgbClr val="00E6E6"/>
            </a:solidFill>
            <a:prstDash val="solid"/>
          </a:ln>
        </p:spPr>
      </p:sp>
      <p:sp>
        <p:nvSpPr>
          <p:cNvPr id="11" name="draft-line-2">
            <a:extLst xmlns:a="http://schemas.openxmlformats.org/drawingml/2006/main">
              <a:ext uri="{FF2B5EF4-FFF2-40B4-BE49-F238E27FC236}">
                <a16:creationId xmlns:a16="http://schemas.microsoft.com/office/drawing/2014/main" id="{CB73672E-1CC9-46B6-A7E9-A490649C7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305050"/>
            <a:ext cx="1428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6E6"/>
          </a:solidFill>
          <a:ln xmlns:a="http://schemas.openxmlformats.org/drawingml/2006/main" w="0">
            <a:solidFill>
              <a:srgbClr val="00E6E6"/>
            </a:solidFill>
            <a:prstDash val="solid"/>
          </a:ln>
        </p:spPr>
      </p:sp>
      <p:sp>
        <p:nvSpPr>
          <p:cNvPr id="12" name="stage-01">
            <a:extLst xmlns:a="http://schemas.openxmlformats.org/drawingml/2006/main">
              <a:ext uri="{FF2B5EF4-FFF2-40B4-BE49-F238E27FC236}">
                <a16:creationId xmlns:a16="http://schemas.microsoft.com/office/drawing/2014/main" id="{4BCD349E-3B05-4045-9CA5-8FB2AC943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609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E6E6"/>
                </a:solidFill>
              </a:defRPr>
            </a:pPr>
            <a:r>
              <a:rPr sz="1650" b="1">
                <a:solidFill>
                  <a:srgbClr val="00E6E6"/>
                </a:solidFill>
              </a:rPr>
              <a:t>01</a:t>
            </a:r>
          </a:p>
        </p:txBody>
      </p:sp>
      <p:sp>
        <p:nvSpPr>
          <p:cNvPr id="13" name="stage-rule-01">
            <a:extLst xmlns:a="http://schemas.openxmlformats.org/drawingml/2006/main">
              <a:ext uri="{FF2B5EF4-FFF2-40B4-BE49-F238E27FC236}">
                <a16:creationId xmlns:a16="http://schemas.microsoft.com/office/drawing/2014/main" id="{4810AF52-CBDA-4EFA-AB65-457CBEA1B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6E6"/>
          </a:solidFill>
          <a:ln xmlns:a="http://schemas.openxmlformats.org/drawingml/2006/main" w="0">
            <a:solidFill>
              <a:srgbClr val="00E6E6"/>
            </a:solidFill>
            <a:prstDash val="solid"/>
          </a:ln>
        </p:spPr>
      </p:sp>
      <p:sp>
        <p:nvSpPr>
          <p:cNvPr id="14" name="stage-head-01">
            <a:extLst xmlns:a="http://schemas.openxmlformats.org/drawingml/2006/main">
              <a:ext uri="{FF2B5EF4-FFF2-40B4-BE49-F238E27FC236}">
                <a16:creationId xmlns:a16="http://schemas.microsoft.com/office/drawing/2014/main" id="{ABEB198F-7EBB-4950-82DB-40E013ECB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E6E6"/>
                </a:solidFill>
              </a:defRPr>
            </a:pPr>
            <a:r>
              <a:rPr sz="1725" b="1">
                <a:solidFill>
                  <a:srgbClr val="00E6E6"/>
                </a:solidFill>
              </a:rPr>
              <a:t>ALIGN</a:t>
            </a:r>
          </a:p>
        </p:txBody>
      </p:sp>
      <p:sp>
        <p:nvSpPr>
          <p:cNvPr id="15" name="stage-body-01">
            <a:extLst xmlns:a="http://schemas.openxmlformats.org/drawingml/2006/main">
              <a:ext uri="{FF2B5EF4-FFF2-40B4-BE49-F238E27FC236}">
                <a16:creationId xmlns:a16="http://schemas.microsoft.com/office/drawing/2014/main" id="{5AB1C7C7-5237-4AAB-B282-B44D4EE92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4F7FA"/>
                </a:solidFill>
              </a:defRPr>
            </a:pPr>
            <a:r>
              <a:rPr sz="1425" b="0">
                <a:solidFill>
                  <a:srgbClr val="F4F7FA"/>
                </a:solidFill>
              </a:rPr>
              <a:t>Match the leader's lane smoothly</a:t>
            </a:r>
          </a:p>
        </p:txBody>
      </p:sp>
      <p:sp>
        <p:nvSpPr>
          <p:cNvPr id="16" name="stage-02">
            <a:extLst xmlns:a="http://schemas.openxmlformats.org/drawingml/2006/main">
              <a:ext uri="{FF2B5EF4-FFF2-40B4-BE49-F238E27FC236}">
                <a16:creationId xmlns:a16="http://schemas.microsoft.com/office/drawing/2014/main" id="{649F4A07-A53B-4C63-90B1-4DE444CD5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524250"/>
            <a:ext cx="609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D34E"/>
                </a:solidFill>
              </a:defRPr>
            </a:pPr>
            <a:r>
              <a:rPr sz="1650" b="1">
                <a:solidFill>
                  <a:srgbClr val="FFD34E"/>
                </a:solidFill>
              </a:rPr>
              <a:t>02</a:t>
            </a:r>
          </a:p>
        </p:txBody>
      </p:sp>
      <p:sp>
        <p:nvSpPr>
          <p:cNvPr id="17" name="stage-rule-02">
            <a:extLst xmlns:a="http://schemas.openxmlformats.org/drawingml/2006/main">
              <a:ext uri="{FF2B5EF4-FFF2-40B4-BE49-F238E27FC236}">
                <a16:creationId xmlns:a16="http://schemas.microsoft.com/office/drawing/2014/main" id="{DA6B5E92-DD0A-4090-A42F-37EDAFD37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0957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4E"/>
          </a:solidFill>
          <a:ln xmlns:a="http://schemas.openxmlformats.org/drawingml/2006/main" w="0">
            <a:solidFill>
              <a:srgbClr val="FFD34E"/>
            </a:solidFill>
            <a:prstDash val="solid"/>
          </a:ln>
        </p:spPr>
      </p:sp>
      <p:sp>
        <p:nvSpPr>
          <p:cNvPr id="18" name="stage-head-02">
            <a:extLst xmlns:a="http://schemas.openxmlformats.org/drawingml/2006/main">
              <a:ext uri="{FF2B5EF4-FFF2-40B4-BE49-F238E27FC236}">
                <a16:creationId xmlns:a16="http://schemas.microsoft.com/office/drawing/2014/main" id="{D8C1CB17-115E-4E81-B842-F3A75727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2672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D34E"/>
                </a:solidFill>
              </a:defRPr>
            </a:pPr>
            <a:r>
              <a:rPr sz="1725" b="1">
                <a:solidFill>
                  <a:srgbClr val="FFD34E"/>
                </a:solidFill>
              </a:rPr>
              <a:t>HOLD / 0.3 SEC</a:t>
            </a:r>
          </a:p>
        </p:txBody>
      </p:sp>
      <p:sp>
        <p:nvSpPr>
          <p:cNvPr id="19" name="stage-body-02">
            <a:extLst xmlns:a="http://schemas.openxmlformats.org/drawingml/2006/main">
              <a:ext uri="{FF2B5EF4-FFF2-40B4-BE49-F238E27FC236}">
                <a16:creationId xmlns:a16="http://schemas.microsoft.com/office/drawing/2014/main" id="{E8B875D4-D433-42A2-AA27-B0F3CE08F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85775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4F7FA"/>
                </a:solidFill>
              </a:defRPr>
            </a:pPr>
            <a:r>
              <a:rPr sz="1425" b="0">
                <a:solidFill>
                  <a:srgbClr val="F4F7FA"/>
                </a:solidFill>
              </a:rPr>
              <a:t>Hold DRAFT for 6 fixed updates</a:t>
            </a:r>
          </a:p>
        </p:txBody>
      </p:sp>
      <p:sp>
        <p:nvSpPr>
          <p:cNvPr id="20" name="stage-03">
            <a:extLst xmlns:a="http://schemas.openxmlformats.org/drawingml/2006/main">
              <a:ext uri="{FF2B5EF4-FFF2-40B4-BE49-F238E27FC236}">
                <a16:creationId xmlns:a16="http://schemas.microsoft.com/office/drawing/2014/main" id="{0D3E4DC1-2B67-4782-AE57-31232B65C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524250"/>
            <a:ext cx="609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35D3"/>
                </a:solidFill>
              </a:defRPr>
            </a:pPr>
            <a:r>
              <a:rPr sz="1650" b="1">
                <a:solidFill>
                  <a:srgbClr val="FF35D3"/>
                </a:solidFill>
              </a:rPr>
              <a:t>03</a:t>
            </a:r>
          </a:p>
        </p:txBody>
      </p:sp>
      <p:sp>
        <p:nvSpPr>
          <p:cNvPr id="21" name="stage-rule-03">
            <a:extLst xmlns:a="http://schemas.openxmlformats.org/drawingml/2006/main">
              <a:ext uri="{FF2B5EF4-FFF2-40B4-BE49-F238E27FC236}">
                <a16:creationId xmlns:a16="http://schemas.microsoft.com/office/drawing/2014/main" id="{88265FB8-1421-4FE9-8010-29DCAE45D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0957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5D3"/>
          </a:solidFill>
          <a:ln xmlns:a="http://schemas.openxmlformats.org/drawingml/2006/main" w="0">
            <a:solidFill>
              <a:srgbClr val="FF35D3"/>
            </a:solidFill>
            <a:prstDash val="solid"/>
          </a:ln>
        </p:spPr>
      </p:sp>
      <p:sp>
        <p:nvSpPr>
          <p:cNvPr id="22" name="stage-head-03">
            <a:extLst xmlns:a="http://schemas.openxmlformats.org/drawingml/2006/main">
              <a:ext uri="{FF2B5EF4-FFF2-40B4-BE49-F238E27FC236}">
                <a16:creationId xmlns:a16="http://schemas.microsoft.com/office/drawing/2014/main" id="{A27E066F-32C7-44C3-9614-A19258BA8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2672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35D3"/>
                </a:solidFill>
              </a:defRPr>
            </a:pPr>
            <a:r>
              <a:rPr sz="1725" b="1">
                <a:solidFill>
                  <a:srgbClr val="FF35D3"/>
                </a:solidFill>
              </a:rPr>
              <a:t>RECOVER BOOST</a:t>
            </a:r>
          </a:p>
        </p:txBody>
      </p:sp>
      <p:sp>
        <p:nvSpPr>
          <p:cNvPr id="23" name="stage-body-03">
            <a:extLst xmlns:a="http://schemas.openxmlformats.org/drawingml/2006/main">
              <a:ext uri="{FF2B5EF4-FFF2-40B4-BE49-F238E27FC236}">
                <a16:creationId xmlns:a16="http://schemas.microsoft.com/office/drawing/2014/main" id="{6BB23FC8-BDA1-4AAD-B84E-0E5B5AAE7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85775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4F7FA"/>
                </a:solidFill>
              </a:defRPr>
            </a:pPr>
            <a:r>
              <a:rPr sz="1425" b="0">
                <a:solidFill>
                  <a:srgbClr val="F4F7FA"/>
                </a:solidFill>
              </a:rPr>
              <a:t>Recover 12 per update; car and rear lines flash</a:t>
            </a:r>
          </a:p>
        </p:txBody>
      </p:sp>
      <p:sp>
        <p:nvSpPr>
          <p:cNvPr id="24" name="lower-rule">
            <a:extLst xmlns:a="http://schemas.openxmlformats.org/drawingml/2006/main">
              <a:ext uri="{FF2B5EF4-FFF2-40B4-BE49-F238E27FC236}">
                <a16:creationId xmlns:a16="http://schemas.microsoft.com/office/drawing/2014/main" id="{040B85C7-D4A2-4F85-B2DE-D54EAFB66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57900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25" name="near">
            <a:extLst xmlns:a="http://schemas.openxmlformats.org/drawingml/2006/main">
              <a:ext uri="{FF2B5EF4-FFF2-40B4-BE49-F238E27FC236}">
                <a16:creationId xmlns:a16="http://schemas.microsoft.com/office/drawing/2014/main" id="{3282AC94-FAB6-4891-BA11-07D2D02EF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E6E6"/>
                </a:solidFill>
              </a:defRPr>
            </a:pPr>
            <a:r>
              <a:rPr sz="1350" b="1">
                <a:solidFill>
                  <a:srgbClr val="00E6E6"/>
                </a:solidFill>
              </a:rPr>
              <a:t>NEAR GAP  DRAFT &gt; SLIP</a:t>
            </a:r>
          </a:p>
        </p:txBody>
      </p:sp>
      <p:sp>
        <p:nvSpPr>
          <p:cNvPr id="26" name="large">
            <a:extLst xmlns:a="http://schemas.openxmlformats.org/drawingml/2006/main">
              <a:ext uri="{FF2B5EF4-FFF2-40B4-BE49-F238E27FC236}">
                <a16:creationId xmlns:a16="http://schemas.microsoft.com/office/drawing/2014/main" id="{E7A4C124-5D42-4E63-8B33-B21BCA62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628650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D34E"/>
                </a:solidFill>
              </a:defRPr>
            </a:pPr>
            <a:r>
              <a:rPr sz="1350" b="1">
                <a:solidFill>
                  <a:srgbClr val="FFD34E"/>
                </a:solidFill>
              </a:rPr>
              <a:t>LARGE GAP  CATCH-UP RECOVERY</a:t>
            </a:r>
          </a:p>
        </p:txBody>
      </p:sp>
      <p:sp>
        <p:nvSpPr>
          <p:cNvPr id="27" name="auto">
            <a:extLst xmlns:a="http://schemas.openxmlformats.org/drawingml/2006/main">
              <a:ext uri="{FF2B5EF4-FFF2-40B4-BE49-F238E27FC236}">
                <a16:creationId xmlns:a16="http://schemas.microsoft.com/office/drawing/2014/main" id="{CCBC3F42-2653-4340-B180-7CEBA0E6D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6286500"/>
            <a:ext cx="2895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FF35D3"/>
                </a:solidFill>
              </a:defRPr>
            </a:pPr>
            <a:r>
              <a:rPr sz="1350" b="1">
                <a:solidFill>
                  <a:srgbClr val="FF35D3"/>
                </a:solidFill>
              </a:rPr>
              <a:t>NO AUTOMATIC SPEED</a:t>
            </a:r>
          </a:p>
        </p:txBody>
      </p:sp>
      <p:sp>
        <p:nvSpPr>
          <p:cNvPr id="28" name="tip">
            <a:extLst xmlns:a="http://schemas.openxmlformats.org/drawingml/2006/main">
              <a:ext uri="{FF2B5EF4-FFF2-40B4-BE49-F238E27FC236}">
                <a16:creationId xmlns:a16="http://schemas.microsoft.com/office/drawing/2014/main" id="{86751F7E-FC21-44EA-83F2-8F4CEB947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953250"/>
            <a:ext cx="9144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4F7FA"/>
                </a:solidFill>
              </a:defRPr>
            </a:pPr>
            <a:r>
              <a:rPr sz="1500" b="1">
                <a:solidFill>
                  <a:srgbClr val="F4F7FA"/>
                </a:solidFill>
              </a:rPr>
              <a:t>Hold DRAFT until SLIP blinks, then use BOOST to pass. Another lane, a one-eighth-lap gap, or contact ends recovery.</a:t>
            </a:r>
          </a:p>
        </p:txBody>
      </p:sp>
      <p:sp>
        <p:nvSpPr>
          <p:cNvPr id="2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E8DB086-C05D-42D6-A441-C972A6AC9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20050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30" name="footer-left">
            <a:extLst xmlns:a="http://schemas.openxmlformats.org/drawingml/2006/main">
              <a:ext uri="{FF2B5EF4-FFF2-40B4-BE49-F238E27FC236}">
                <a16:creationId xmlns:a16="http://schemas.microsoft.com/office/drawing/2014/main" id="{B4BCDB45-6DE8-4EB5-8E1F-10E3963BA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8909C"/>
                </a:solidFill>
              </a:defRPr>
            </a:pPr>
            <a:r>
              <a:rPr sz="975" b="1">
                <a:solidFill>
                  <a:srgbClr val="78909C"/>
                </a:solidFill>
              </a:rPr>
              <a:t>WIRE DRIFT RACERS</a:t>
            </a:r>
          </a:p>
        </p:txBody>
      </p:sp>
      <p:sp>
        <p:nvSpPr>
          <p:cNvPr id="31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6F2FC166-1FE6-4510-BD63-2CB28097F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8096250"/>
            <a:ext cx="3009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78909C"/>
                </a:solidFill>
              </a:defRPr>
            </a:pPr>
            <a:r>
              <a:rPr sz="975" b="0">
                <a:solidFill>
                  <a:srgbClr val="78909C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31337663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58CDB6-88FA-401B-BDF1-AAA1FABF2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359F14-C121-4E03-B469-459945D03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3ED1"/>
                </a:solidFill>
              </a:defRPr>
            </a:pPr>
            <a:r>
              <a:rPr sz="1125" b="1">
                <a:solidFill>
                  <a:srgbClr val="FF3ED1"/>
                </a:solidFill>
              </a:rPr>
              <a:t>PART 2 / FINAL TACTICS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8953DA-AD38-421A-ADAA-3FA21BE5E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DF9082-D9C4-43A4-8A3C-407334D25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The moment you catch the leader is your best opening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19A852-5E8A-4FCF-B18A-68E195A23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30480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D402DF-4794-458F-B400-2D96B9D8F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336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FF5265"/>
                </a:solidFill>
              </a:defRPr>
            </a:pPr>
            <a:r>
              <a:rPr sz="1575" b="1">
                <a:solidFill>
                  <a:srgbClr val="FF5265"/>
                </a:solidFill>
              </a:rPr>
              <a:t>TAKE INSIDE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4C7F7F-C60B-4986-A2BC-288A0D880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24150"/>
            <a:ext cx="259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Arrive inside, then push the leader toward the outer rail.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F73B67-4DDC-4641-BF40-8DC2A5C63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885950"/>
            <a:ext cx="30480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3678BC-B7BE-4668-9497-01B8CC808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336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648BFF"/>
                </a:solidFill>
              </a:defRPr>
            </a:pPr>
            <a:r>
              <a:rPr sz="1575" b="1">
                <a:solidFill>
                  <a:srgbClr val="648BFF"/>
                </a:solidFill>
              </a:rPr>
              <a:t>WATCH CPU REST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B18A01-F074-41BF-97BD-8BB38EA79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24150"/>
            <a:ext cx="259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Use your boost after the CPU ends its own burst.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BBF00E-8A70-4BFE-A86D-33CDF6D9C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885950"/>
            <a:ext cx="30480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D35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4A8BCB-5625-43AE-9063-4BCC4329E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1336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FFD35A"/>
                </a:solidFill>
              </a:defRPr>
            </a:pPr>
            <a:r>
              <a:rPr sz="1575" b="1">
                <a:solidFill>
                  <a:srgbClr val="FFD35A"/>
                </a:solidFill>
              </a:rPr>
              <a:t>LEVEL 4-5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063140-B70F-47B9-A4F7-C8415E5FD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724150"/>
            <a:ext cx="259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Mix skipped gates, rail tackles, and catch-up recovery; do not race on speed alone.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F3EAEC-0DB0-4058-9700-16A28DD55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35F2EA"/>
                </a:solidFill>
              </a:defRPr>
            </a:pPr>
            <a:r>
              <a:rPr sz="2025" b="1">
                <a:solidFill>
                  <a:srgbClr val="35F2EA"/>
                </a:solidFill>
              </a:rPr>
              <a:t>2 PLAYERS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6D6431-09CB-455F-A440-8C76DB880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054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43A7F0-2FAB-4C1A-BC6D-A4D25D2E7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0673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Two gamepads are recommended when keyboard combinations ghost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A6048F-B9BB-4D1C-9AF5-A65867A87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388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450598-25BB-473F-BB6C-BB600CFF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6007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A tackle can be worth more than a gate against a full boost gauge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A16EFC-BA45-4DD8-A60F-441EAC100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722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4B7A43-1355-469C-876A-FC2878CF5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61341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A same-update finish is a DEAD HEAT; race through the final line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2F9F5B-B8EB-4B9F-811C-EBABAC85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19900"/>
            <a:ext cx="10058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0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1B9D58-579E-4D7B-97BE-C038C611B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953250"/>
            <a:ext cx="9639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F3FBFF"/>
                </a:solidFill>
              </a:defRPr>
            </a:pPr>
            <a:r>
              <a:rPr sz="1350" b="1">
                <a:solidFill>
                  <a:srgbClr val="F3FBFF"/>
                </a:solidFill>
              </a:rPr>
              <a:t>P1  W/S SPEED  A/D DRIFT  Q BOOST  E BRAKE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F3FBFF"/>
                </a:solidFill>
              </a:defRPr>
            </a:pPr>
            <a:r>
              <a:rPr sz="1350" b="1">
                <a:solidFill>
                  <a:srgbClr val="F3FBFF"/>
                </a:solidFill>
              </a:rPr>
              <a:t>P2  CURSOR SPEED/DRIFT  N BOOST  M BRAKE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B3963A-CC7D-45AB-B158-890CBD031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715250"/>
            <a:ext cx="1005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650" b="1">
                <a:solidFill>
                  <a:srgbClr val="FF3ED1"/>
                </a:solidFill>
              </a:defRPr>
            </a:pPr>
            <a:r>
              <a:rPr sz="1650" b="1">
                <a:solidFill>
                  <a:srgbClr val="FF3ED1"/>
                </a:solidFill>
              </a:rPr>
              <a:t>GOOD LUCK, RACER.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A8E9C6-AB3E-4D10-8998-911F234E4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81D147B-0382-4116-B435-B17DAE174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37A3D3-9297-4E45-BC33-9A0304E2B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48243810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2026-08-26T11:40:29.2610000Z</dcterms:created>
  <dcterms:modified xsi:type="dcterms:W3CDTF">2026-08-26T11:40:29.2610000Z</dcterms:modified>
</coreProperties>
</file>